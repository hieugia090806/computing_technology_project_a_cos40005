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68" r:id="rId4"/>
    <p:sldId id="269" r:id="rId5"/>
    <p:sldId id="270" r:id="rId6"/>
    <p:sldId id="257" r:id="rId7"/>
    <p:sldId id="258" r:id="rId8"/>
    <p:sldId id="260" r:id="rId9"/>
    <p:sldId id="262" r:id="rId10"/>
    <p:sldId id="261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0F9532-2511-46C8-9205-290E5D13B873}" v="5" dt="2026-03-06T07:01:01.7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jila Kanij" userId="82f6d21e-56ed-4ec3-a40e-65f9057cd858" providerId="ADAL" clId="{B30F9532-2511-46C8-9205-290E5D13B873}"/>
    <pc:docChg chg="custSel addSld delSld modSld">
      <pc:chgData name="Tanjila Kanij" userId="82f6d21e-56ed-4ec3-a40e-65f9057cd858" providerId="ADAL" clId="{B30F9532-2511-46C8-9205-290E5D13B873}" dt="2026-03-09T23:22:06.868" v="161" actId="20577"/>
      <pc:docMkLst>
        <pc:docMk/>
      </pc:docMkLst>
      <pc:sldChg chg="modSp mod">
        <pc:chgData name="Tanjila Kanij" userId="82f6d21e-56ed-4ec3-a40e-65f9057cd858" providerId="ADAL" clId="{B30F9532-2511-46C8-9205-290E5D13B873}" dt="2026-03-09T23:22:06.868" v="161" actId="20577"/>
        <pc:sldMkLst>
          <pc:docMk/>
          <pc:sldMk cId="2628167446" sldId="263"/>
        </pc:sldMkLst>
        <pc:spChg chg="mod">
          <ac:chgData name="Tanjila Kanij" userId="82f6d21e-56ed-4ec3-a40e-65f9057cd858" providerId="ADAL" clId="{B30F9532-2511-46C8-9205-290E5D13B873}" dt="2026-03-09T23:22:06.868" v="161" actId="20577"/>
          <ac:spMkLst>
            <pc:docMk/>
            <pc:sldMk cId="2628167446" sldId="263"/>
            <ac:spMk id="8" creationId="{4641459A-C4A3-0BE3-76D0-669BCA6525D0}"/>
          </ac:spMkLst>
        </pc:spChg>
      </pc:sldChg>
      <pc:sldChg chg="addSp delSp modSp mod">
        <pc:chgData name="Tanjila Kanij" userId="82f6d21e-56ed-4ec3-a40e-65f9057cd858" providerId="ADAL" clId="{B30F9532-2511-46C8-9205-290E5D13B873}" dt="2026-03-06T06:58:39.341" v="3" actId="1076"/>
        <pc:sldMkLst>
          <pc:docMk/>
          <pc:sldMk cId="3144553458" sldId="267"/>
        </pc:sldMkLst>
        <pc:picChg chg="add mod">
          <ac:chgData name="Tanjila Kanij" userId="82f6d21e-56ed-4ec3-a40e-65f9057cd858" providerId="ADAL" clId="{B30F9532-2511-46C8-9205-290E5D13B873}" dt="2026-03-06T06:58:39.341" v="3" actId="1076"/>
          <ac:picMkLst>
            <pc:docMk/>
            <pc:sldMk cId="3144553458" sldId="267"/>
            <ac:picMk id="4" creationId="{12761B42-9C01-E81A-FBA1-98D2D5F6DE39}"/>
          </ac:picMkLst>
        </pc:picChg>
        <pc:picChg chg="del">
          <ac:chgData name="Tanjila Kanij" userId="82f6d21e-56ed-4ec3-a40e-65f9057cd858" providerId="ADAL" clId="{B30F9532-2511-46C8-9205-290E5D13B873}" dt="2026-03-06T06:58:03.599" v="0" actId="478"/>
          <ac:picMkLst>
            <pc:docMk/>
            <pc:sldMk cId="3144553458" sldId="267"/>
            <ac:picMk id="6" creationId="{73645CA8-B116-56AC-3A7D-7A75D7768EDE}"/>
          </ac:picMkLst>
        </pc:picChg>
      </pc:sldChg>
      <pc:sldChg chg="addSp delSp modSp add mod setBg delDesignElem">
        <pc:chgData name="Tanjila Kanij" userId="82f6d21e-56ed-4ec3-a40e-65f9057cd858" providerId="ADAL" clId="{B30F9532-2511-46C8-9205-290E5D13B873}" dt="2026-03-06T07:01:33.422" v="84" actId="6549"/>
        <pc:sldMkLst>
          <pc:docMk/>
          <pc:sldMk cId="766542491" sldId="269"/>
        </pc:sldMkLst>
        <pc:spChg chg="mod">
          <ac:chgData name="Tanjila Kanij" userId="82f6d21e-56ed-4ec3-a40e-65f9057cd858" providerId="ADAL" clId="{B30F9532-2511-46C8-9205-290E5D13B873}" dt="2026-03-06T07:01:33.422" v="84" actId="6549"/>
          <ac:spMkLst>
            <pc:docMk/>
            <pc:sldMk cId="766542491" sldId="269"/>
            <ac:spMk id="2" creationId="{BD5E361F-6538-54A2-566E-A1FFD41C7E26}"/>
          </ac:spMkLst>
        </pc:spChg>
        <pc:spChg chg="ord">
          <ac:chgData name="Tanjila Kanij" userId="82f6d21e-56ed-4ec3-a40e-65f9057cd858" providerId="ADAL" clId="{B30F9532-2511-46C8-9205-290E5D13B873}" dt="2026-03-06T07:00:20.046" v="60" actId="26606"/>
          <ac:spMkLst>
            <pc:docMk/>
            <pc:sldMk cId="766542491" sldId="269"/>
            <ac:spMk id="3" creationId="{0F983B38-23E5-54F7-2C3F-A25412723F51}"/>
          </ac:spMkLst>
        </pc:spChg>
        <pc:spChg chg="mod">
          <ac:chgData name="Tanjila Kanij" userId="82f6d21e-56ed-4ec3-a40e-65f9057cd858" providerId="ADAL" clId="{B30F9532-2511-46C8-9205-290E5D13B873}" dt="2026-03-06T07:00:20.046" v="60" actId="26606"/>
          <ac:spMkLst>
            <pc:docMk/>
            <pc:sldMk cId="766542491" sldId="269"/>
            <ac:spMk id="17" creationId="{833DFD74-C5F0-C7B2-A9A1-E6CC2A43EF4E}"/>
          </ac:spMkLst>
        </pc:spChg>
        <pc:spChg chg="add">
          <ac:chgData name="Tanjila Kanij" userId="82f6d21e-56ed-4ec3-a40e-65f9057cd858" providerId="ADAL" clId="{B30F9532-2511-46C8-9205-290E5D13B873}" dt="2026-03-06T07:00:20.046" v="60" actId="26606"/>
          <ac:spMkLst>
            <pc:docMk/>
            <pc:sldMk cId="766542491" sldId="269"/>
            <ac:spMk id="19" creationId="{B6FACB3C-9069-4791-BC5C-0DB7CD19B853}"/>
          </ac:spMkLst>
        </pc:spChg>
        <pc:spChg chg="add">
          <ac:chgData name="Tanjila Kanij" userId="82f6d21e-56ed-4ec3-a40e-65f9057cd858" providerId="ADAL" clId="{B30F9532-2511-46C8-9205-290E5D13B873}" dt="2026-03-06T07:00:20.046" v="60" actId="26606"/>
          <ac:spMkLst>
            <pc:docMk/>
            <pc:sldMk cId="766542491" sldId="269"/>
            <ac:spMk id="20" creationId="{71F2038E-D777-4B76-81DD-DD13EE91B9DD}"/>
          </ac:spMkLst>
        </pc:spChg>
        <pc:spChg chg="del">
          <ac:chgData name="Tanjila Kanij" userId="82f6d21e-56ed-4ec3-a40e-65f9057cd858" providerId="ADAL" clId="{B30F9532-2511-46C8-9205-290E5D13B873}" dt="2026-03-06T06:59:05.438" v="5"/>
          <ac:spMkLst>
            <pc:docMk/>
            <pc:sldMk cId="766542491" sldId="269"/>
            <ac:spMk id="22" creationId="{18873D23-2DCF-4B31-A009-95721C06E8E1}"/>
          </ac:spMkLst>
        </pc:spChg>
        <pc:spChg chg="del">
          <ac:chgData name="Tanjila Kanij" userId="82f6d21e-56ed-4ec3-a40e-65f9057cd858" providerId="ADAL" clId="{B30F9532-2511-46C8-9205-290E5D13B873}" dt="2026-03-06T06:59:05.438" v="5"/>
          <ac:spMkLst>
            <pc:docMk/>
            <pc:sldMk cId="766542491" sldId="269"/>
            <ac:spMk id="24" creationId="{C13EF075-D4EF-4929-ADBC-91B27DA19955}"/>
          </ac:spMkLst>
        </pc:spChg>
        <pc:grpChg chg="add">
          <ac:chgData name="Tanjila Kanij" userId="82f6d21e-56ed-4ec3-a40e-65f9057cd858" providerId="ADAL" clId="{B30F9532-2511-46C8-9205-290E5D13B873}" dt="2026-03-06T07:00:20.046" v="60" actId="26606"/>
          <ac:grpSpMkLst>
            <pc:docMk/>
            <pc:sldMk cId="766542491" sldId="269"/>
            <ac:grpSpMk id="21" creationId="{DD354807-230F-4402-B1B9-F733A8F1F190}"/>
          </ac:grpSpMkLst>
        </pc:grpChg>
        <pc:grpChg chg="del">
          <ac:chgData name="Tanjila Kanij" userId="82f6d21e-56ed-4ec3-a40e-65f9057cd858" providerId="ADAL" clId="{B30F9532-2511-46C8-9205-290E5D13B873}" dt="2026-03-06T06:59:05.438" v="5"/>
          <ac:grpSpMkLst>
            <pc:docMk/>
            <pc:sldMk cId="766542491" sldId="269"/>
            <ac:grpSpMk id="26" creationId="{DAA26DFA-AAB2-4973-9C17-16D587C7B198}"/>
          </ac:grpSpMkLst>
        </pc:grpChg>
        <pc:picChg chg="mod">
          <ac:chgData name="Tanjila Kanij" userId="82f6d21e-56ed-4ec3-a40e-65f9057cd858" providerId="ADAL" clId="{B30F9532-2511-46C8-9205-290E5D13B873}" dt="2026-03-06T07:00:36.741" v="64" actId="14100"/>
          <ac:picMkLst>
            <pc:docMk/>
            <pc:sldMk cId="766542491" sldId="269"/>
            <ac:picMk id="4" creationId="{4F74E5B3-6265-B727-51AD-E8EC8D42E8DF}"/>
          </ac:picMkLst>
        </pc:picChg>
      </pc:sldChg>
      <pc:sldChg chg="addSp delSp modSp add mod setBg delDesignElem">
        <pc:chgData name="Tanjila Kanij" userId="82f6d21e-56ed-4ec3-a40e-65f9057cd858" providerId="ADAL" clId="{B30F9532-2511-46C8-9205-290E5D13B873}" dt="2026-03-09T23:19:07.986" v="159" actId="20577"/>
        <pc:sldMkLst>
          <pc:docMk/>
          <pc:sldMk cId="105475318" sldId="270"/>
        </pc:sldMkLst>
        <pc:spChg chg="mod">
          <ac:chgData name="Tanjila Kanij" userId="82f6d21e-56ed-4ec3-a40e-65f9057cd858" providerId="ADAL" clId="{B30F9532-2511-46C8-9205-290E5D13B873}" dt="2026-03-06T07:01:28.459" v="83" actId="6549"/>
          <ac:spMkLst>
            <pc:docMk/>
            <pc:sldMk cId="105475318" sldId="270"/>
            <ac:spMk id="2" creationId="{BD5E361F-6538-54A2-566E-A1FFD41C7E26}"/>
          </ac:spMkLst>
        </pc:spChg>
        <pc:spChg chg="mod">
          <ac:chgData name="Tanjila Kanij" userId="82f6d21e-56ed-4ec3-a40e-65f9057cd858" providerId="ADAL" clId="{B30F9532-2511-46C8-9205-290E5D13B873}" dt="2026-03-09T23:19:07.986" v="159" actId="20577"/>
          <ac:spMkLst>
            <pc:docMk/>
            <pc:sldMk cId="105475318" sldId="270"/>
            <ac:spMk id="17" creationId="{833DFD74-C5F0-C7B2-A9A1-E6CC2A43EF4E}"/>
          </ac:spMkLst>
        </pc:spChg>
        <pc:spChg chg="del">
          <ac:chgData name="Tanjila Kanij" userId="82f6d21e-56ed-4ec3-a40e-65f9057cd858" providerId="ADAL" clId="{B30F9532-2511-46C8-9205-290E5D13B873}" dt="2026-03-06T07:01:01.742" v="70"/>
          <ac:spMkLst>
            <pc:docMk/>
            <pc:sldMk cId="105475318" sldId="270"/>
            <ac:spMk id="19" creationId="{B6FACB3C-9069-4791-BC5C-0DB7CD19B853}"/>
          </ac:spMkLst>
        </pc:spChg>
        <pc:spChg chg="del">
          <ac:chgData name="Tanjila Kanij" userId="82f6d21e-56ed-4ec3-a40e-65f9057cd858" providerId="ADAL" clId="{B30F9532-2511-46C8-9205-290E5D13B873}" dt="2026-03-06T07:01:01.742" v="70"/>
          <ac:spMkLst>
            <pc:docMk/>
            <pc:sldMk cId="105475318" sldId="270"/>
            <ac:spMk id="20" creationId="{71F2038E-D777-4B76-81DD-DD13EE91B9DD}"/>
          </ac:spMkLst>
        </pc:spChg>
        <pc:spChg chg="add">
          <ac:chgData name="Tanjila Kanij" userId="82f6d21e-56ed-4ec3-a40e-65f9057cd858" providerId="ADAL" clId="{B30F9532-2511-46C8-9205-290E5D13B873}" dt="2026-03-06T07:01:12.576" v="71" actId="26606"/>
          <ac:spMkLst>
            <pc:docMk/>
            <pc:sldMk cId="105475318" sldId="270"/>
            <ac:spMk id="22" creationId="{EDDBB197-D710-4A4F-A9CA-FD2177498BE8}"/>
          </ac:spMkLst>
        </pc:spChg>
        <pc:spChg chg="add">
          <ac:chgData name="Tanjila Kanij" userId="82f6d21e-56ed-4ec3-a40e-65f9057cd858" providerId="ADAL" clId="{B30F9532-2511-46C8-9205-290E5D13B873}" dt="2026-03-06T07:01:12.576" v="71" actId="26606"/>
          <ac:spMkLst>
            <pc:docMk/>
            <pc:sldMk cId="105475318" sldId="270"/>
            <ac:spMk id="24" creationId="{975D1CFA-2CDB-4B64-BD9F-85744E8DA12F}"/>
          </ac:spMkLst>
        </pc:spChg>
        <pc:grpChg chg="del">
          <ac:chgData name="Tanjila Kanij" userId="82f6d21e-56ed-4ec3-a40e-65f9057cd858" providerId="ADAL" clId="{B30F9532-2511-46C8-9205-290E5D13B873}" dt="2026-03-06T07:01:01.742" v="70"/>
          <ac:grpSpMkLst>
            <pc:docMk/>
            <pc:sldMk cId="105475318" sldId="270"/>
            <ac:grpSpMk id="21" creationId="{DD354807-230F-4402-B1B9-F733A8F1F190}"/>
          </ac:grpSpMkLst>
        </pc:grpChg>
        <pc:grpChg chg="add">
          <ac:chgData name="Tanjila Kanij" userId="82f6d21e-56ed-4ec3-a40e-65f9057cd858" providerId="ADAL" clId="{B30F9532-2511-46C8-9205-290E5D13B873}" dt="2026-03-06T07:01:12.576" v="71" actId="26606"/>
          <ac:grpSpMkLst>
            <pc:docMk/>
            <pc:sldMk cId="105475318" sldId="270"/>
            <ac:grpSpMk id="26" creationId="{25EE5136-01F1-466C-962D-BA9B4C6757AA}"/>
          </ac:grpSpMkLst>
        </pc:grpChg>
        <pc:picChg chg="mod">
          <ac:chgData name="Tanjila Kanij" userId="82f6d21e-56ed-4ec3-a40e-65f9057cd858" providerId="ADAL" clId="{B30F9532-2511-46C8-9205-290E5D13B873}" dt="2026-03-06T07:01:23.008" v="73" actId="14100"/>
          <ac:picMkLst>
            <pc:docMk/>
            <pc:sldMk cId="105475318" sldId="270"/>
            <ac:picMk id="4" creationId="{4F74E5B3-6265-B727-51AD-E8EC8D42E8DF}"/>
          </ac:picMkLst>
        </pc:picChg>
      </pc:sldChg>
      <pc:sldChg chg="delSp add del setBg delDesignElem">
        <pc:chgData name="Tanjila Kanij" userId="82f6d21e-56ed-4ec3-a40e-65f9057cd858" providerId="ADAL" clId="{B30F9532-2511-46C8-9205-290E5D13B873}" dt="2026-03-06T07:00:52.884" v="67" actId="47"/>
        <pc:sldMkLst>
          <pc:docMk/>
          <pc:sldMk cId="1743205151" sldId="270"/>
        </pc:sldMkLst>
        <pc:spChg chg="del">
          <ac:chgData name="Tanjila Kanij" userId="82f6d21e-56ed-4ec3-a40e-65f9057cd858" providerId="ADAL" clId="{B30F9532-2511-46C8-9205-290E5D13B873}" dt="2026-03-06T06:59:09.850" v="7"/>
          <ac:spMkLst>
            <pc:docMk/>
            <pc:sldMk cId="1743205151" sldId="270"/>
            <ac:spMk id="22" creationId="{18873D23-2DCF-4B31-A009-95721C06E8E1}"/>
          </ac:spMkLst>
        </pc:spChg>
        <pc:spChg chg="del">
          <ac:chgData name="Tanjila Kanij" userId="82f6d21e-56ed-4ec3-a40e-65f9057cd858" providerId="ADAL" clId="{B30F9532-2511-46C8-9205-290E5D13B873}" dt="2026-03-06T06:59:09.850" v="7"/>
          <ac:spMkLst>
            <pc:docMk/>
            <pc:sldMk cId="1743205151" sldId="270"/>
            <ac:spMk id="24" creationId="{C13EF075-D4EF-4929-ADBC-91B27DA19955}"/>
          </ac:spMkLst>
        </pc:spChg>
        <pc:grpChg chg="del">
          <ac:chgData name="Tanjila Kanij" userId="82f6d21e-56ed-4ec3-a40e-65f9057cd858" providerId="ADAL" clId="{B30F9532-2511-46C8-9205-290E5D13B873}" dt="2026-03-06T06:59:09.850" v="7"/>
          <ac:grpSpMkLst>
            <pc:docMk/>
            <pc:sldMk cId="1743205151" sldId="270"/>
            <ac:grpSpMk id="26" creationId="{DAA26DFA-AAB2-4973-9C17-16D587C7B198}"/>
          </ac:grpSpMkLst>
        </pc:grpChg>
      </pc:sldChg>
      <pc:sldChg chg="delSp add del setBg delDesignElem">
        <pc:chgData name="Tanjila Kanij" userId="82f6d21e-56ed-4ec3-a40e-65f9057cd858" providerId="ADAL" clId="{B30F9532-2511-46C8-9205-290E5D13B873}" dt="2026-03-06T07:00:55.553" v="68" actId="47"/>
        <pc:sldMkLst>
          <pc:docMk/>
          <pc:sldMk cId="3692311612" sldId="271"/>
        </pc:sldMkLst>
        <pc:spChg chg="del">
          <ac:chgData name="Tanjila Kanij" userId="82f6d21e-56ed-4ec3-a40e-65f9057cd858" providerId="ADAL" clId="{B30F9532-2511-46C8-9205-290E5D13B873}" dt="2026-03-06T07:00:45.863" v="66"/>
          <ac:spMkLst>
            <pc:docMk/>
            <pc:sldMk cId="3692311612" sldId="271"/>
            <ac:spMk id="22" creationId="{18873D23-2DCF-4B31-A009-95721C06E8E1}"/>
          </ac:spMkLst>
        </pc:spChg>
        <pc:spChg chg="del">
          <ac:chgData name="Tanjila Kanij" userId="82f6d21e-56ed-4ec3-a40e-65f9057cd858" providerId="ADAL" clId="{B30F9532-2511-46C8-9205-290E5D13B873}" dt="2026-03-06T07:00:45.863" v="66"/>
          <ac:spMkLst>
            <pc:docMk/>
            <pc:sldMk cId="3692311612" sldId="271"/>
            <ac:spMk id="24" creationId="{C13EF075-D4EF-4929-ADBC-91B27DA19955}"/>
          </ac:spMkLst>
        </pc:spChg>
        <pc:grpChg chg="del">
          <ac:chgData name="Tanjila Kanij" userId="82f6d21e-56ed-4ec3-a40e-65f9057cd858" providerId="ADAL" clId="{B30F9532-2511-46C8-9205-290E5D13B873}" dt="2026-03-06T07:00:45.863" v="66"/>
          <ac:grpSpMkLst>
            <pc:docMk/>
            <pc:sldMk cId="3692311612" sldId="271"/>
            <ac:grpSpMk id="26" creationId="{DAA26DFA-AAB2-4973-9C17-16D587C7B198}"/>
          </ac:grpSpMkLst>
        </pc:grpChg>
      </pc:sldChg>
    </pc:docChg>
  </pc:docChgLst>
  <pc:docChgLst>
    <pc:chgData name="Tanjila Kanij" userId="82f6d21e-56ed-4ec3-a40e-65f9057cd858" providerId="ADAL" clId="{32BDA878-2AD5-4D18-8B8D-06D5541E8570}"/>
    <pc:docChg chg="undo custSel addSld delSld modSld">
      <pc:chgData name="Tanjila Kanij" userId="82f6d21e-56ed-4ec3-a40e-65f9057cd858" providerId="ADAL" clId="{32BDA878-2AD5-4D18-8B8D-06D5541E8570}" dt="2025-03-11T05:30:54.838" v="999" actId="20577"/>
      <pc:docMkLst>
        <pc:docMk/>
      </pc:docMkLst>
      <pc:sldChg chg="addSp modSp mod setBg">
        <pc:chgData name="Tanjila Kanij" userId="82f6d21e-56ed-4ec3-a40e-65f9057cd858" providerId="ADAL" clId="{32BDA878-2AD5-4D18-8B8D-06D5541E8570}" dt="2025-03-11T03:55:10.870" v="484"/>
        <pc:sldMkLst>
          <pc:docMk/>
          <pc:sldMk cId="3817450517" sldId="256"/>
        </pc:sldMkLst>
        <pc:spChg chg="mod">
          <ac:chgData name="Tanjila Kanij" userId="82f6d21e-56ed-4ec3-a40e-65f9057cd858" providerId="ADAL" clId="{32BDA878-2AD5-4D18-8B8D-06D5541E8570}" dt="2025-03-11T03:53:28.550" v="461" actId="26606"/>
          <ac:spMkLst>
            <pc:docMk/>
            <pc:sldMk cId="3817450517" sldId="256"/>
            <ac:spMk id="2" creationId="{4BDF6D9E-0C83-4623-AC3F-300B337454B4}"/>
          </ac:spMkLst>
        </pc:spChg>
        <pc:spChg chg="mod">
          <ac:chgData name="Tanjila Kanij" userId="82f6d21e-56ed-4ec3-a40e-65f9057cd858" providerId="ADAL" clId="{32BDA878-2AD5-4D18-8B8D-06D5541E8570}" dt="2025-03-11T03:53:28.550" v="461" actId="26606"/>
          <ac:spMkLst>
            <pc:docMk/>
            <pc:sldMk cId="3817450517" sldId="256"/>
            <ac:spMk id="3" creationId="{B06570BF-D221-4454-9890-0E0449671562}"/>
          </ac:spMkLst>
        </pc:spChg>
        <pc:spChg chg="mod">
          <ac:chgData name="Tanjila Kanij" userId="82f6d21e-56ed-4ec3-a40e-65f9057cd858" providerId="ADAL" clId="{32BDA878-2AD5-4D18-8B8D-06D5541E8570}" dt="2025-03-11T03:53:28.550" v="461" actId="26606"/>
          <ac:spMkLst>
            <pc:docMk/>
            <pc:sldMk cId="3817450517" sldId="256"/>
            <ac:spMk id="4" creationId="{D60F84CB-5900-CCA5-568A-36E775F3F67E}"/>
          </ac:spMkLst>
        </pc:spChg>
        <pc:spChg chg="add">
          <ac:chgData name="Tanjila Kanij" userId="82f6d21e-56ed-4ec3-a40e-65f9057cd858" providerId="ADAL" clId="{32BDA878-2AD5-4D18-8B8D-06D5541E8570}" dt="2025-03-11T03:53:28.550" v="461" actId="26606"/>
          <ac:spMkLst>
            <pc:docMk/>
            <pc:sldMk cId="3817450517" sldId="256"/>
            <ac:spMk id="9" creationId="{1EADCAF8-8823-4E89-8612-21029831A4B2}"/>
          </ac:spMkLst>
        </pc:spChg>
        <pc:spChg chg="add">
          <ac:chgData name="Tanjila Kanij" userId="82f6d21e-56ed-4ec3-a40e-65f9057cd858" providerId="ADAL" clId="{32BDA878-2AD5-4D18-8B8D-06D5541E8570}" dt="2025-03-11T03:53:28.550" v="461" actId="26606"/>
          <ac:spMkLst>
            <pc:docMk/>
            <pc:sldMk cId="3817450517" sldId="256"/>
            <ac:spMk id="11" creationId="{28CA07B2-0819-4B62-9425-7A52BBDD7070}"/>
          </ac:spMkLst>
        </pc:spChg>
        <pc:grpChg chg="add">
          <ac:chgData name="Tanjila Kanij" userId="82f6d21e-56ed-4ec3-a40e-65f9057cd858" providerId="ADAL" clId="{32BDA878-2AD5-4D18-8B8D-06D5541E8570}" dt="2025-03-11T03:53:28.550" v="461" actId="26606"/>
          <ac:grpSpMkLst>
            <pc:docMk/>
            <pc:sldMk cId="3817450517" sldId="256"/>
            <ac:grpSpMk id="13" creationId="{DA02BEE4-A5D4-40AF-882D-49D34B086FFF}"/>
          </ac:grpSpMkLst>
        </pc:grpChg>
        <pc:picChg chg="add mod">
          <ac:chgData name="Tanjila Kanij" userId="82f6d21e-56ed-4ec3-a40e-65f9057cd858" providerId="ADAL" clId="{32BDA878-2AD5-4D18-8B8D-06D5541E8570}" dt="2025-03-11T03:55:10.870" v="484"/>
          <ac:picMkLst>
            <pc:docMk/>
            <pc:sldMk cId="3817450517" sldId="256"/>
            <ac:picMk id="5" creationId="{9B207205-8849-5A1B-888F-489956A26F02}"/>
          </ac:picMkLst>
        </pc:picChg>
      </pc:sldChg>
      <pc:sldChg chg="addSp delSp modSp mod setBg">
        <pc:chgData name="Tanjila Kanij" userId="82f6d21e-56ed-4ec3-a40e-65f9057cd858" providerId="ADAL" clId="{32BDA878-2AD5-4D18-8B8D-06D5541E8570}" dt="2025-03-11T03:55:20.367" v="487"/>
        <pc:sldMkLst>
          <pc:docMk/>
          <pc:sldMk cId="2742487983" sldId="257"/>
        </pc:sldMkLst>
        <pc:spChg chg="mod">
          <ac:chgData name="Tanjila Kanij" userId="82f6d21e-56ed-4ec3-a40e-65f9057cd858" providerId="ADAL" clId="{32BDA878-2AD5-4D18-8B8D-06D5541E8570}" dt="2025-03-11T03:50:37.342" v="443" actId="26606"/>
          <ac:spMkLst>
            <pc:docMk/>
            <pc:sldMk cId="2742487983" sldId="257"/>
            <ac:spMk id="2" creationId="{C32C5E08-B863-4704-9AE5-6B9635E4EA7E}"/>
          </ac:spMkLst>
        </pc:spChg>
        <pc:spChg chg="mod">
          <ac:chgData name="Tanjila Kanij" userId="82f6d21e-56ed-4ec3-a40e-65f9057cd858" providerId="ADAL" clId="{32BDA878-2AD5-4D18-8B8D-06D5541E8570}" dt="2025-03-11T03:50:37.342" v="443" actId="26606"/>
          <ac:spMkLst>
            <pc:docMk/>
            <pc:sldMk cId="2742487983" sldId="257"/>
            <ac:spMk id="3" creationId="{23514BAE-E02C-A789-2DC9-6083B61F516F}"/>
          </ac:spMkLst>
        </pc:spChg>
        <pc:spChg chg="add del">
          <ac:chgData name="Tanjila Kanij" userId="82f6d21e-56ed-4ec3-a40e-65f9057cd858" providerId="ADAL" clId="{32BDA878-2AD5-4D18-8B8D-06D5541E8570}" dt="2025-03-11T01:51:28.365" v="398" actId="26606"/>
          <ac:spMkLst>
            <pc:docMk/>
            <pc:sldMk cId="2742487983" sldId="257"/>
            <ac:spMk id="17" creationId="{67AFF2D2-E3B5-4BDD-9FAA-0524133A1036}"/>
          </ac:spMkLst>
        </pc:spChg>
        <pc:spChg chg="add del">
          <ac:chgData name="Tanjila Kanij" userId="82f6d21e-56ed-4ec3-a40e-65f9057cd858" providerId="ADAL" clId="{32BDA878-2AD5-4D18-8B8D-06D5541E8570}" dt="2025-03-11T01:51:28.357" v="397" actId="26606"/>
          <ac:spMkLst>
            <pc:docMk/>
            <pc:sldMk cId="2742487983" sldId="257"/>
            <ac:spMk id="24" creationId="{A3363022-C969-41E9-8EB2-E4C94908C1FA}"/>
          </ac:spMkLst>
        </pc:spChg>
        <pc:spChg chg="add del">
          <ac:chgData name="Tanjila Kanij" userId="82f6d21e-56ed-4ec3-a40e-65f9057cd858" providerId="ADAL" clId="{32BDA878-2AD5-4D18-8B8D-06D5541E8570}" dt="2025-03-11T01:51:28.357" v="397" actId="26606"/>
          <ac:spMkLst>
            <pc:docMk/>
            <pc:sldMk cId="2742487983" sldId="257"/>
            <ac:spMk id="26" creationId="{8D1AD6B3-BE88-4CEB-BA17-790657CC4729}"/>
          </ac:spMkLst>
        </pc:spChg>
        <pc:spChg chg="add del">
          <ac:chgData name="Tanjila Kanij" userId="82f6d21e-56ed-4ec3-a40e-65f9057cd858" providerId="ADAL" clId="{32BDA878-2AD5-4D18-8B8D-06D5541E8570}" dt="2025-03-11T03:50:37.342" v="443" actId="26606"/>
          <ac:spMkLst>
            <pc:docMk/>
            <pc:sldMk cId="2742487983" sldId="257"/>
            <ac:spMk id="33" creationId="{74751229-0244-4FBB-BED1-407467F4C951}"/>
          </ac:spMkLst>
        </pc:spChg>
        <pc:spChg chg="add">
          <ac:chgData name="Tanjila Kanij" userId="82f6d21e-56ed-4ec3-a40e-65f9057cd858" providerId="ADAL" clId="{32BDA878-2AD5-4D18-8B8D-06D5541E8570}" dt="2025-03-11T03:50:37.342" v="443" actId="26606"/>
          <ac:spMkLst>
            <pc:docMk/>
            <pc:sldMk cId="2742487983" sldId="257"/>
            <ac:spMk id="39" creationId="{4FD4A2AD-E2FD-4CAD-8DEF-75993D7E4C7D}"/>
          </ac:spMkLst>
        </pc:spChg>
        <pc:spChg chg="add">
          <ac:chgData name="Tanjila Kanij" userId="82f6d21e-56ed-4ec3-a40e-65f9057cd858" providerId="ADAL" clId="{32BDA878-2AD5-4D18-8B8D-06D5541E8570}" dt="2025-03-11T03:50:37.342" v="443" actId="26606"/>
          <ac:spMkLst>
            <pc:docMk/>
            <pc:sldMk cId="2742487983" sldId="257"/>
            <ac:spMk id="41" creationId="{430E65E5-31AD-4B0E-8D4C-6526CAAE2C84}"/>
          </ac:spMkLst>
        </pc:spChg>
        <pc:grpChg chg="add del">
          <ac:chgData name="Tanjila Kanij" userId="82f6d21e-56ed-4ec3-a40e-65f9057cd858" providerId="ADAL" clId="{32BDA878-2AD5-4D18-8B8D-06D5541E8570}" dt="2025-03-11T01:51:28.357" v="397" actId="26606"/>
          <ac:grpSpMkLst>
            <pc:docMk/>
            <pc:sldMk cId="2742487983" sldId="257"/>
            <ac:grpSpMk id="28" creationId="{89D1390B-7E13-4B4F-9CB2-391063412E54}"/>
          </ac:grpSpMkLst>
        </pc:grpChg>
        <pc:grpChg chg="add">
          <ac:chgData name="Tanjila Kanij" userId="82f6d21e-56ed-4ec3-a40e-65f9057cd858" providerId="ADAL" clId="{32BDA878-2AD5-4D18-8B8D-06D5541E8570}" dt="2025-03-11T03:50:37.342" v="443" actId="26606"/>
          <ac:grpSpMkLst>
            <pc:docMk/>
            <pc:sldMk cId="2742487983" sldId="257"/>
            <ac:grpSpMk id="43" creationId="{1B65B678-A993-4BFF-AE12-E1A2FC66BB78}"/>
          </ac:grpSpMkLst>
        </pc:grpChg>
        <pc:picChg chg="add mod">
          <ac:chgData name="Tanjila Kanij" userId="82f6d21e-56ed-4ec3-a40e-65f9057cd858" providerId="ADAL" clId="{32BDA878-2AD5-4D18-8B8D-06D5541E8570}" dt="2025-03-11T03:55:20.367" v="487"/>
          <ac:picMkLst>
            <pc:docMk/>
            <pc:sldMk cId="2742487983" sldId="257"/>
            <ac:picMk id="4" creationId="{278447CD-A134-FEEB-F217-873CF44BF3A4}"/>
          </ac:picMkLst>
        </pc:picChg>
        <pc:picChg chg="del">
          <ac:chgData name="Tanjila Kanij" userId="82f6d21e-56ed-4ec3-a40e-65f9057cd858" providerId="ADAL" clId="{32BDA878-2AD5-4D18-8B8D-06D5541E8570}" dt="2025-03-11T01:51:08.134" v="393" actId="478"/>
          <ac:picMkLst>
            <pc:docMk/>
            <pc:sldMk cId="2742487983" sldId="257"/>
            <ac:picMk id="7" creationId="{37C349B1-E503-4ED4-927B-589DB923201B}"/>
          </ac:picMkLst>
        </pc:picChg>
        <pc:picChg chg="del">
          <ac:chgData name="Tanjila Kanij" userId="82f6d21e-56ed-4ec3-a40e-65f9057cd858" providerId="ADAL" clId="{32BDA878-2AD5-4D18-8B8D-06D5541E8570}" dt="2025-03-11T01:51:09.510" v="394" actId="478"/>
          <ac:picMkLst>
            <pc:docMk/>
            <pc:sldMk cId="2742487983" sldId="257"/>
            <ac:picMk id="9" creationId="{67365579-7609-4D53-B612-0C6F587F79AA}"/>
          </ac:picMkLst>
        </pc:picChg>
        <pc:picChg chg="del">
          <ac:chgData name="Tanjila Kanij" userId="82f6d21e-56ed-4ec3-a40e-65f9057cd858" providerId="ADAL" clId="{32BDA878-2AD5-4D18-8B8D-06D5541E8570}" dt="2025-03-11T01:51:10.885" v="395" actId="478"/>
          <ac:picMkLst>
            <pc:docMk/>
            <pc:sldMk cId="2742487983" sldId="257"/>
            <ac:picMk id="11" creationId="{8FF39DCE-1CC6-48CE-9EAB-B0D7DBF8DEDC}"/>
          </ac:picMkLst>
        </pc:picChg>
        <pc:picChg chg="del">
          <ac:chgData name="Tanjila Kanij" userId="82f6d21e-56ed-4ec3-a40e-65f9057cd858" providerId="ADAL" clId="{32BDA878-2AD5-4D18-8B8D-06D5541E8570}" dt="2025-03-11T01:29:56.388" v="53" actId="478"/>
          <ac:picMkLst>
            <pc:docMk/>
            <pc:sldMk cId="2742487983" sldId="257"/>
            <ac:picMk id="13" creationId="{842C598E-50F6-4AF5-9A57-4224C08123AA}"/>
          </ac:picMkLst>
        </pc:picChg>
        <pc:picChg chg="del">
          <ac:chgData name="Tanjila Kanij" userId="82f6d21e-56ed-4ec3-a40e-65f9057cd858" providerId="ADAL" clId="{32BDA878-2AD5-4D18-8B8D-06D5541E8570}" dt="2025-03-11T01:51:06.435" v="392" actId="478"/>
          <ac:picMkLst>
            <pc:docMk/>
            <pc:sldMk cId="2742487983" sldId="257"/>
            <ac:picMk id="15" creationId="{EE1E47EF-A32C-469C-8564-0FFCAAFA6DEC}"/>
          </ac:picMkLst>
        </pc:picChg>
        <pc:picChg chg="add del">
          <ac:chgData name="Tanjila Kanij" userId="82f6d21e-56ed-4ec3-a40e-65f9057cd858" providerId="ADAL" clId="{32BDA878-2AD5-4D18-8B8D-06D5541E8570}" dt="2025-03-11T01:51:28.357" v="397" actId="26606"/>
          <ac:picMkLst>
            <pc:docMk/>
            <pc:sldMk cId="2742487983" sldId="257"/>
            <ac:picMk id="21" creationId="{7CEF04A5-8722-8978-79E2-02E8B16A6407}"/>
          </ac:picMkLst>
        </pc:picChg>
        <pc:picChg chg="add del">
          <ac:chgData name="Tanjila Kanij" userId="82f6d21e-56ed-4ec3-a40e-65f9057cd858" providerId="ADAL" clId="{32BDA878-2AD5-4D18-8B8D-06D5541E8570}" dt="2025-03-11T03:50:37.342" v="443" actId="26606"/>
          <ac:picMkLst>
            <pc:docMk/>
            <pc:sldMk cId="2742487983" sldId="257"/>
            <ac:picMk id="23" creationId="{463A534B-48AA-47C5-92B0-B818F2DB70C8}"/>
          </ac:picMkLst>
        </pc:picChg>
        <pc:picChg chg="add mod">
          <ac:chgData name="Tanjila Kanij" userId="82f6d21e-56ed-4ec3-a40e-65f9057cd858" providerId="ADAL" clId="{32BDA878-2AD5-4D18-8B8D-06D5541E8570}" dt="2025-03-11T03:50:37.342" v="443" actId="26606"/>
          <ac:picMkLst>
            <pc:docMk/>
            <pc:sldMk cId="2742487983" sldId="257"/>
            <ac:picMk id="34" creationId="{9970F434-AB65-A1BA-3F56-AC48AB38F7AF}"/>
          </ac:picMkLst>
        </pc:picChg>
      </pc:sldChg>
      <pc:sldChg chg="addSp delSp modSp mod setBg">
        <pc:chgData name="Tanjila Kanij" userId="82f6d21e-56ed-4ec3-a40e-65f9057cd858" providerId="ADAL" clId="{32BDA878-2AD5-4D18-8B8D-06D5541E8570}" dt="2025-03-11T04:51:31.940" v="529" actId="20577"/>
        <pc:sldMkLst>
          <pc:docMk/>
          <pc:sldMk cId="201541197" sldId="258"/>
        </pc:sldMkLst>
        <pc:spChg chg="mod ord">
          <ac:chgData name="Tanjila Kanij" userId="82f6d21e-56ed-4ec3-a40e-65f9057cd858" providerId="ADAL" clId="{32BDA878-2AD5-4D18-8B8D-06D5541E8570}" dt="2025-03-11T03:50:47.287" v="444" actId="26606"/>
          <ac:spMkLst>
            <pc:docMk/>
            <pc:sldMk cId="201541197" sldId="258"/>
            <ac:spMk id="2" creationId="{E4427739-04B6-4CA8-B026-EF98D50D311B}"/>
          </ac:spMkLst>
        </pc:spChg>
        <pc:spChg chg="mod">
          <ac:chgData name="Tanjila Kanij" userId="82f6d21e-56ed-4ec3-a40e-65f9057cd858" providerId="ADAL" clId="{32BDA878-2AD5-4D18-8B8D-06D5541E8570}" dt="2025-03-11T04:51:31.940" v="529" actId="20577"/>
          <ac:spMkLst>
            <pc:docMk/>
            <pc:sldMk cId="201541197" sldId="258"/>
            <ac:spMk id="3" creationId="{A2003C3E-4122-405E-A83B-94E1D71012EC}"/>
          </ac:spMkLst>
        </pc:spChg>
        <pc:spChg chg="mod">
          <ac:chgData name="Tanjila Kanij" userId="82f6d21e-56ed-4ec3-a40e-65f9057cd858" providerId="ADAL" clId="{32BDA878-2AD5-4D18-8B8D-06D5541E8570}" dt="2025-03-11T03:50:47.287" v="444" actId="26606"/>
          <ac:spMkLst>
            <pc:docMk/>
            <pc:sldMk cId="201541197" sldId="258"/>
            <ac:spMk id="4" creationId="{B455F4C6-D3C8-45FE-0982-353648A7C26B}"/>
          </ac:spMkLst>
        </pc:spChg>
        <pc:spChg chg="add del">
          <ac:chgData name="Tanjila Kanij" userId="82f6d21e-56ed-4ec3-a40e-65f9057cd858" providerId="ADAL" clId="{32BDA878-2AD5-4D18-8B8D-06D5541E8570}" dt="2025-03-11T01:27:44.726" v="44" actId="26606"/>
          <ac:spMkLst>
            <pc:docMk/>
            <pc:sldMk cId="201541197" sldId="258"/>
            <ac:spMk id="9" creationId="{F13C74B1-5B17-4795-BED0-7140497B445A}"/>
          </ac:spMkLst>
        </pc:spChg>
        <pc:spChg chg="add del">
          <ac:chgData name="Tanjila Kanij" userId="82f6d21e-56ed-4ec3-a40e-65f9057cd858" providerId="ADAL" clId="{32BDA878-2AD5-4D18-8B8D-06D5541E8570}" dt="2025-03-11T01:27:44.726" v="44" actId="26606"/>
          <ac:spMkLst>
            <pc:docMk/>
            <pc:sldMk cId="201541197" sldId="258"/>
            <ac:spMk id="11" creationId="{D4974D33-8DC5-464E-8C6D-BE58F0669C17}"/>
          </ac:spMkLst>
        </pc:spChg>
        <pc:spChg chg="add del">
          <ac:chgData name="Tanjila Kanij" userId="82f6d21e-56ed-4ec3-a40e-65f9057cd858" providerId="ADAL" clId="{32BDA878-2AD5-4D18-8B8D-06D5541E8570}" dt="2025-03-11T01:29:36.401" v="52" actId="26606"/>
          <ac:spMkLst>
            <pc:docMk/>
            <pc:sldMk cId="201541197" sldId="258"/>
            <ac:spMk id="13" creationId="{2C61293E-6EBE-43EF-A52C-9BEBFD7679D4}"/>
          </ac:spMkLst>
        </pc:spChg>
        <pc:spChg chg="add del">
          <ac:chgData name="Tanjila Kanij" userId="82f6d21e-56ed-4ec3-a40e-65f9057cd858" providerId="ADAL" clId="{32BDA878-2AD5-4D18-8B8D-06D5541E8570}" dt="2025-03-11T01:29:36.401" v="52" actId="26606"/>
          <ac:spMkLst>
            <pc:docMk/>
            <pc:sldMk cId="201541197" sldId="258"/>
            <ac:spMk id="15" creationId="{21540236-BFD5-4A9D-8840-4703E7F76825}"/>
          </ac:spMkLst>
        </pc:spChg>
        <pc:spChg chg="add del">
          <ac:chgData name="Tanjila Kanij" userId="82f6d21e-56ed-4ec3-a40e-65f9057cd858" providerId="ADAL" clId="{32BDA878-2AD5-4D18-8B8D-06D5541E8570}" dt="2025-03-11T03:50:47.287" v="444" actId="26606"/>
          <ac:spMkLst>
            <pc:docMk/>
            <pc:sldMk cId="201541197" sldId="258"/>
            <ac:spMk id="20" creationId="{3ECBE1F1-D69B-4AFA-ABD5-8E41720EF6DE}"/>
          </ac:spMkLst>
        </pc:spChg>
        <pc:spChg chg="add del">
          <ac:chgData name="Tanjila Kanij" userId="82f6d21e-56ed-4ec3-a40e-65f9057cd858" providerId="ADAL" clId="{32BDA878-2AD5-4D18-8B8D-06D5541E8570}" dt="2025-03-11T03:50:47.287" v="444" actId="26606"/>
          <ac:spMkLst>
            <pc:docMk/>
            <pc:sldMk cId="201541197" sldId="258"/>
            <ac:spMk id="22" creationId="{603A6265-E10C-4B85-9C20-E75FCAF9CC63}"/>
          </ac:spMkLst>
        </pc:spChg>
        <pc:spChg chg="add">
          <ac:chgData name="Tanjila Kanij" userId="82f6d21e-56ed-4ec3-a40e-65f9057cd858" providerId="ADAL" clId="{32BDA878-2AD5-4D18-8B8D-06D5541E8570}" dt="2025-03-11T03:50:47.287" v="444" actId="26606"/>
          <ac:spMkLst>
            <pc:docMk/>
            <pc:sldMk cId="201541197" sldId="258"/>
            <ac:spMk id="27" creationId="{B6FACB3C-9069-4791-BC5C-0DB7CD19B853}"/>
          </ac:spMkLst>
        </pc:spChg>
        <pc:spChg chg="add">
          <ac:chgData name="Tanjila Kanij" userId="82f6d21e-56ed-4ec3-a40e-65f9057cd858" providerId="ADAL" clId="{32BDA878-2AD5-4D18-8B8D-06D5541E8570}" dt="2025-03-11T03:50:47.287" v="444" actId="26606"/>
          <ac:spMkLst>
            <pc:docMk/>
            <pc:sldMk cId="201541197" sldId="258"/>
            <ac:spMk id="29" creationId="{71F2038E-D777-4B76-81DD-DD13EE91B9DD}"/>
          </ac:spMkLst>
        </pc:spChg>
        <pc:grpChg chg="add">
          <ac:chgData name="Tanjila Kanij" userId="82f6d21e-56ed-4ec3-a40e-65f9057cd858" providerId="ADAL" clId="{32BDA878-2AD5-4D18-8B8D-06D5541E8570}" dt="2025-03-11T03:50:47.287" v="444" actId="26606"/>
          <ac:grpSpMkLst>
            <pc:docMk/>
            <pc:sldMk cId="201541197" sldId="258"/>
            <ac:grpSpMk id="31" creationId="{DD354807-230F-4402-B1B9-F733A8F1F190}"/>
          </ac:grpSpMkLst>
        </pc:grpChg>
        <pc:picChg chg="add mod">
          <ac:chgData name="Tanjila Kanij" userId="82f6d21e-56ed-4ec3-a40e-65f9057cd858" providerId="ADAL" clId="{32BDA878-2AD5-4D18-8B8D-06D5541E8570}" dt="2025-03-11T03:55:23.082" v="488"/>
          <ac:picMkLst>
            <pc:docMk/>
            <pc:sldMk cId="201541197" sldId="258"/>
            <ac:picMk id="5" creationId="{185E21AD-1A49-89D3-2842-B6CE601B93B7}"/>
          </ac:picMkLst>
        </pc:picChg>
        <pc:picChg chg="add del">
          <ac:chgData name="Tanjila Kanij" userId="82f6d21e-56ed-4ec3-a40e-65f9057cd858" providerId="ADAL" clId="{32BDA878-2AD5-4D18-8B8D-06D5541E8570}" dt="2025-03-11T01:27:44.726" v="44" actId="26606"/>
          <ac:picMkLst>
            <pc:docMk/>
            <pc:sldMk cId="201541197" sldId="258"/>
            <ac:picMk id="5" creationId="{E1358E86-DA01-6DA9-23DF-C4907066AEC7}"/>
          </ac:picMkLst>
        </pc:picChg>
        <pc:picChg chg="add mod ord">
          <ac:chgData name="Tanjila Kanij" userId="82f6d21e-56ed-4ec3-a40e-65f9057cd858" providerId="ADAL" clId="{32BDA878-2AD5-4D18-8B8D-06D5541E8570}" dt="2025-03-11T03:50:47.287" v="444" actId="26606"/>
          <ac:picMkLst>
            <pc:docMk/>
            <pc:sldMk cId="201541197" sldId="258"/>
            <ac:picMk id="14" creationId="{2A9F5F14-06A2-7395-8466-B54623E66B95}"/>
          </ac:picMkLst>
        </pc:picChg>
      </pc:sldChg>
      <pc:sldChg chg="del">
        <pc:chgData name="Tanjila Kanij" userId="82f6d21e-56ed-4ec3-a40e-65f9057cd858" providerId="ADAL" clId="{32BDA878-2AD5-4D18-8B8D-06D5541E8570}" dt="2025-03-11T01:50:50.752" v="391" actId="47"/>
        <pc:sldMkLst>
          <pc:docMk/>
          <pc:sldMk cId="2635346337" sldId="259"/>
        </pc:sldMkLst>
      </pc:sldChg>
      <pc:sldChg chg="addSp delSp modSp mod setBg">
        <pc:chgData name="Tanjila Kanij" userId="82f6d21e-56ed-4ec3-a40e-65f9057cd858" providerId="ADAL" clId="{32BDA878-2AD5-4D18-8B8D-06D5541E8570}" dt="2025-03-11T03:55:26.296" v="489"/>
        <pc:sldMkLst>
          <pc:docMk/>
          <pc:sldMk cId="2689794802" sldId="260"/>
        </pc:sldMkLst>
        <pc:spChg chg="mod">
          <ac:chgData name="Tanjila Kanij" userId="82f6d21e-56ed-4ec3-a40e-65f9057cd858" providerId="ADAL" clId="{32BDA878-2AD5-4D18-8B8D-06D5541E8570}" dt="2025-03-11T03:51:14.195" v="445" actId="26606"/>
          <ac:spMkLst>
            <pc:docMk/>
            <pc:sldMk cId="2689794802" sldId="260"/>
            <ac:spMk id="2" creationId="{FCFB8C64-2C87-4A75-B5F6-ABA8DCBBFA67}"/>
          </ac:spMkLst>
        </pc:spChg>
        <pc:spChg chg="del">
          <ac:chgData name="Tanjila Kanij" userId="82f6d21e-56ed-4ec3-a40e-65f9057cd858" providerId="ADAL" clId="{32BDA878-2AD5-4D18-8B8D-06D5541E8570}" dt="2025-03-11T01:28:57.637" v="51" actId="26606"/>
          <ac:spMkLst>
            <pc:docMk/>
            <pc:sldMk cId="2689794802" sldId="260"/>
            <ac:spMk id="3" creationId="{7F4B9407-8391-4574-AB63-328E36F876E5}"/>
          </ac:spMkLst>
        </pc:spChg>
        <pc:spChg chg="mod">
          <ac:chgData name="Tanjila Kanij" userId="82f6d21e-56ed-4ec3-a40e-65f9057cd858" providerId="ADAL" clId="{32BDA878-2AD5-4D18-8B8D-06D5541E8570}" dt="2025-03-11T03:51:14.195" v="445" actId="26606"/>
          <ac:spMkLst>
            <pc:docMk/>
            <pc:sldMk cId="2689794802" sldId="260"/>
            <ac:spMk id="4" creationId="{0FA400FA-4677-B250-27E4-4F2608B681B5}"/>
          </ac:spMkLst>
        </pc:spChg>
        <pc:spChg chg="add">
          <ac:chgData name="Tanjila Kanij" userId="82f6d21e-56ed-4ec3-a40e-65f9057cd858" providerId="ADAL" clId="{32BDA878-2AD5-4D18-8B8D-06D5541E8570}" dt="2025-03-11T03:51:14.195" v="445" actId="26606"/>
          <ac:spMkLst>
            <pc:docMk/>
            <pc:sldMk cId="2689794802" sldId="260"/>
            <ac:spMk id="8" creationId="{7E014A0B-5338-4077-AFE9-A90D04D4492B}"/>
          </ac:spMkLst>
        </pc:spChg>
        <pc:spChg chg="add">
          <ac:chgData name="Tanjila Kanij" userId="82f6d21e-56ed-4ec3-a40e-65f9057cd858" providerId="ADAL" clId="{32BDA878-2AD5-4D18-8B8D-06D5541E8570}" dt="2025-03-11T03:51:14.195" v="445" actId="26606"/>
          <ac:spMkLst>
            <pc:docMk/>
            <pc:sldMk cId="2689794802" sldId="260"/>
            <ac:spMk id="11" creationId="{1E020063-2385-44AC-BD67-258E1F0B9FCE}"/>
          </ac:spMkLst>
        </pc:spChg>
        <pc:grpChg chg="add">
          <ac:chgData name="Tanjila Kanij" userId="82f6d21e-56ed-4ec3-a40e-65f9057cd858" providerId="ADAL" clId="{32BDA878-2AD5-4D18-8B8D-06D5541E8570}" dt="2025-03-11T03:51:14.195" v="445" actId="26606"/>
          <ac:grpSpMkLst>
            <pc:docMk/>
            <pc:sldMk cId="2689794802" sldId="260"/>
            <ac:grpSpMk id="9" creationId="{78127680-150F-4A90-9950-F66392578116}"/>
          </ac:grpSpMkLst>
        </pc:grpChg>
        <pc:grpChg chg="add">
          <ac:chgData name="Tanjila Kanij" userId="82f6d21e-56ed-4ec3-a40e-65f9057cd858" providerId="ADAL" clId="{32BDA878-2AD5-4D18-8B8D-06D5541E8570}" dt="2025-03-11T03:51:14.195" v="445" actId="26606"/>
          <ac:grpSpMkLst>
            <pc:docMk/>
            <pc:sldMk cId="2689794802" sldId="260"/>
            <ac:grpSpMk id="21" creationId="{466920E5-8640-4C24-A775-8647637094A7}"/>
          </ac:grpSpMkLst>
        </pc:grpChg>
        <pc:graphicFrameChg chg="add mod ord modGraphic">
          <ac:chgData name="Tanjila Kanij" userId="82f6d21e-56ed-4ec3-a40e-65f9057cd858" providerId="ADAL" clId="{32BDA878-2AD5-4D18-8B8D-06D5541E8570}" dt="2025-03-11T03:51:21.260" v="446" actId="14100"/>
          <ac:graphicFrameMkLst>
            <pc:docMk/>
            <pc:sldMk cId="2689794802" sldId="260"/>
            <ac:graphicFrameMk id="6" creationId="{A1036296-780A-B729-85A7-20BDA89EBA38}"/>
          </ac:graphicFrameMkLst>
        </pc:graphicFrameChg>
        <pc:picChg chg="add mod">
          <ac:chgData name="Tanjila Kanij" userId="82f6d21e-56ed-4ec3-a40e-65f9057cd858" providerId="ADAL" clId="{32BDA878-2AD5-4D18-8B8D-06D5541E8570}" dt="2025-03-11T03:55:26.296" v="489"/>
          <ac:picMkLst>
            <pc:docMk/>
            <pc:sldMk cId="2689794802" sldId="260"/>
            <ac:picMk id="3" creationId="{09B94194-4AEF-140F-F74D-7C9BCA67BB34}"/>
          </ac:picMkLst>
        </pc:picChg>
        <pc:picChg chg="del">
          <ac:chgData name="Tanjila Kanij" userId="82f6d21e-56ed-4ec3-a40e-65f9057cd858" providerId="ADAL" clId="{32BDA878-2AD5-4D18-8B8D-06D5541E8570}" dt="2025-03-11T01:28:23.558" v="47" actId="478"/>
          <ac:picMkLst>
            <pc:docMk/>
            <pc:sldMk cId="2689794802" sldId="260"/>
            <ac:picMk id="5" creationId="{A547F7D7-C9EC-4DE4-B776-E1389039D6C8}"/>
          </ac:picMkLst>
        </pc:picChg>
        <pc:picChg chg="del">
          <ac:chgData name="Tanjila Kanij" userId="82f6d21e-56ed-4ec3-a40e-65f9057cd858" providerId="ADAL" clId="{32BDA878-2AD5-4D18-8B8D-06D5541E8570}" dt="2025-03-11T01:28:26.432" v="48" actId="478"/>
          <ac:picMkLst>
            <pc:docMk/>
            <pc:sldMk cId="2689794802" sldId="260"/>
            <ac:picMk id="13" creationId="{CBB72C6E-D267-4C26-919C-3C7E3D39758E}"/>
          </ac:picMkLst>
        </pc:picChg>
        <pc:picChg chg="del">
          <ac:chgData name="Tanjila Kanij" userId="82f6d21e-56ed-4ec3-a40e-65f9057cd858" providerId="ADAL" clId="{32BDA878-2AD5-4D18-8B8D-06D5541E8570}" dt="2025-03-11T01:28:21.814" v="46" actId="478"/>
          <ac:picMkLst>
            <pc:docMk/>
            <pc:sldMk cId="2689794802" sldId="260"/>
            <ac:picMk id="15" creationId="{345F446F-BC16-4895-9BEC-FAEA889F3F07}"/>
          </ac:picMkLst>
        </pc:picChg>
        <pc:picChg chg="del">
          <ac:chgData name="Tanjila Kanij" userId="82f6d21e-56ed-4ec3-a40e-65f9057cd858" providerId="ADAL" clId="{32BDA878-2AD5-4D18-8B8D-06D5541E8570}" dt="2025-03-11T01:28:31.157" v="50" actId="478"/>
          <ac:picMkLst>
            <pc:docMk/>
            <pc:sldMk cId="2689794802" sldId="260"/>
            <ac:picMk id="17" creationId="{116FA70D-4040-4C11-9A98-DF592A0FF68C}"/>
          </ac:picMkLst>
        </pc:picChg>
        <pc:picChg chg="del">
          <ac:chgData name="Tanjila Kanij" userId="82f6d21e-56ed-4ec3-a40e-65f9057cd858" providerId="ADAL" clId="{32BDA878-2AD5-4D18-8B8D-06D5541E8570}" dt="2025-03-11T01:28:29.215" v="49" actId="478"/>
          <ac:picMkLst>
            <pc:docMk/>
            <pc:sldMk cId="2689794802" sldId="260"/>
            <ac:picMk id="19" creationId="{D7FE840B-9269-486A-89C2-DE0689CEF753}"/>
          </ac:picMkLst>
        </pc:picChg>
      </pc:sldChg>
      <pc:sldChg chg="addSp delSp modSp mod setBg">
        <pc:chgData name="Tanjila Kanij" userId="82f6d21e-56ed-4ec3-a40e-65f9057cd858" providerId="ADAL" clId="{32BDA878-2AD5-4D18-8B8D-06D5541E8570}" dt="2025-03-11T03:55:32.028" v="491"/>
        <pc:sldMkLst>
          <pc:docMk/>
          <pc:sldMk cId="3856197944" sldId="261"/>
        </pc:sldMkLst>
        <pc:spChg chg="mod">
          <ac:chgData name="Tanjila Kanij" userId="82f6d21e-56ed-4ec3-a40e-65f9057cd858" providerId="ADAL" clId="{32BDA878-2AD5-4D18-8B8D-06D5541E8570}" dt="2025-03-11T03:49:11.524" v="439" actId="26606"/>
          <ac:spMkLst>
            <pc:docMk/>
            <pc:sldMk cId="3856197944" sldId="261"/>
            <ac:spMk id="2" creationId="{02D6B9CC-13C3-4356-B897-0AD67E272E0D}"/>
          </ac:spMkLst>
        </pc:spChg>
        <pc:spChg chg="add del">
          <ac:chgData name="Tanjila Kanij" userId="82f6d21e-56ed-4ec3-a40e-65f9057cd858" providerId="ADAL" clId="{32BDA878-2AD5-4D18-8B8D-06D5541E8570}" dt="2025-03-11T01:30:53.479" v="56" actId="26606"/>
          <ac:spMkLst>
            <pc:docMk/>
            <pc:sldMk cId="3856197944" sldId="261"/>
            <ac:spMk id="3" creationId="{F7D05B58-7678-4F4F-8AE4-A362F4C993FA}"/>
          </ac:spMkLst>
        </pc:spChg>
        <pc:spChg chg="mod">
          <ac:chgData name="Tanjila Kanij" userId="82f6d21e-56ed-4ec3-a40e-65f9057cd858" providerId="ADAL" clId="{32BDA878-2AD5-4D18-8B8D-06D5541E8570}" dt="2025-03-11T01:52:44.415" v="399" actId="26606"/>
          <ac:spMkLst>
            <pc:docMk/>
            <pc:sldMk cId="3856197944" sldId="261"/>
            <ac:spMk id="4" creationId="{83DC520F-F1C6-6C29-A7D2-93D7D1627EE5}"/>
          </ac:spMkLst>
        </pc:spChg>
        <pc:spChg chg="add del">
          <ac:chgData name="Tanjila Kanij" userId="82f6d21e-56ed-4ec3-a40e-65f9057cd858" providerId="ADAL" clId="{32BDA878-2AD5-4D18-8B8D-06D5541E8570}" dt="2025-03-11T03:49:11.524" v="439" actId="26606"/>
          <ac:spMkLst>
            <pc:docMk/>
            <pc:sldMk cId="3856197944" sldId="261"/>
            <ac:spMk id="12" creationId="{955A2079-FA98-4876-80F0-72364A7D2EA4}"/>
          </ac:spMkLst>
        </pc:spChg>
        <pc:spChg chg="add del">
          <ac:chgData name="Tanjila Kanij" userId="82f6d21e-56ed-4ec3-a40e-65f9057cd858" providerId="ADAL" clId="{32BDA878-2AD5-4D18-8B8D-06D5541E8570}" dt="2025-03-11T03:49:11.460" v="438" actId="26606"/>
          <ac:spMkLst>
            <pc:docMk/>
            <pc:sldMk cId="3856197944" sldId="261"/>
            <ac:spMk id="17" creationId="{955A2079-FA98-4876-80F0-72364A7D2EA4}"/>
          </ac:spMkLst>
        </pc:spChg>
        <pc:spChg chg="add">
          <ac:chgData name="Tanjila Kanij" userId="82f6d21e-56ed-4ec3-a40e-65f9057cd858" providerId="ADAL" clId="{32BDA878-2AD5-4D18-8B8D-06D5541E8570}" dt="2025-03-11T03:49:11.524" v="439" actId="26606"/>
          <ac:spMkLst>
            <pc:docMk/>
            <pc:sldMk cId="3856197944" sldId="261"/>
            <ac:spMk id="19" creationId="{D1BA989C-D286-48D4-B3F1-84F3CBF095C8}"/>
          </ac:spMkLst>
        </pc:spChg>
        <pc:spChg chg="add">
          <ac:chgData name="Tanjila Kanij" userId="82f6d21e-56ed-4ec3-a40e-65f9057cd858" providerId="ADAL" clId="{32BDA878-2AD5-4D18-8B8D-06D5541E8570}" dt="2025-03-11T03:49:11.524" v="439" actId="26606"/>
          <ac:spMkLst>
            <pc:docMk/>
            <pc:sldMk cId="3856197944" sldId="261"/>
            <ac:spMk id="20" creationId="{839C83B4-CCB6-412E-B7FF-BA0CF31B3166}"/>
          </ac:spMkLst>
        </pc:spChg>
        <pc:grpChg chg="add">
          <ac:chgData name="Tanjila Kanij" userId="82f6d21e-56ed-4ec3-a40e-65f9057cd858" providerId="ADAL" clId="{32BDA878-2AD5-4D18-8B8D-06D5541E8570}" dt="2025-03-11T03:49:11.524" v="439" actId="26606"/>
          <ac:grpSpMkLst>
            <pc:docMk/>
            <pc:sldMk cId="3856197944" sldId="261"/>
            <ac:grpSpMk id="21" creationId="{98925B56-689F-4DFB-8FD0-9BB9D8DE848B}"/>
          </ac:grpSpMkLst>
        </pc:grpChg>
        <pc:grpChg chg="add">
          <ac:chgData name="Tanjila Kanij" userId="82f6d21e-56ed-4ec3-a40e-65f9057cd858" providerId="ADAL" clId="{32BDA878-2AD5-4D18-8B8D-06D5541E8570}" dt="2025-03-11T03:49:11.524" v="439" actId="26606"/>
          <ac:grpSpMkLst>
            <pc:docMk/>
            <pc:sldMk cId="3856197944" sldId="261"/>
            <ac:grpSpMk id="27" creationId="{A7EE5FDC-1EEC-4871-BD9E-EF321D5F89B0}"/>
          </ac:grpSpMkLst>
        </pc:grpChg>
        <pc:graphicFrameChg chg="add del">
          <ac:chgData name="Tanjila Kanij" userId="82f6d21e-56ed-4ec3-a40e-65f9057cd858" providerId="ADAL" clId="{32BDA878-2AD5-4D18-8B8D-06D5541E8570}" dt="2025-03-11T01:30:53.466" v="55" actId="26606"/>
          <ac:graphicFrameMkLst>
            <pc:docMk/>
            <pc:sldMk cId="3856197944" sldId="261"/>
            <ac:graphicFrameMk id="5" creationId="{31A152B1-18CC-7BD2-15CC-00D8A6E608DB}"/>
          </ac:graphicFrameMkLst>
        </pc:graphicFrameChg>
        <pc:graphicFrameChg chg="add mod ord modGraphic">
          <ac:chgData name="Tanjila Kanij" userId="82f6d21e-56ed-4ec3-a40e-65f9057cd858" providerId="ADAL" clId="{32BDA878-2AD5-4D18-8B8D-06D5541E8570}" dt="2025-03-11T03:49:11.524" v="439" actId="26606"/>
          <ac:graphicFrameMkLst>
            <pc:docMk/>
            <pc:sldMk cId="3856197944" sldId="261"/>
            <ac:graphicFrameMk id="7" creationId="{6C12CDFE-78CB-331B-3468-169722D5DD84}"/>
          </ac:graphicFrameMkLst>
        </pc:graphicFrameChg>
        <pc:picChg chg="add mod">
          <ac:chgData name="Tanjila Kanij" userId="82f6d21e-56ed-4ec3-a40e-65f9057cd858" providerId="ADAL" clId="{32BDA878-2AD5-4D18-8B8D-06D5541E8570}" dt="2025-03-11T03:55:32.028" v="491"/>
          <ac:picMkLst>
            <pc:docMk/>
            <pc:sldMk cId="3856197944" sldId="261"/>
            <ac:picMk id="3" creationId="{FCE5831D-003B-21C3-2595-29F7234D7F4F}"/>
          </ac:picMkLst>
        </pc:picChg>
      </pc:sldChg>
      <pc:sldChg chg="addSp modSp mod setBg">
        <pc:chgData name="Tanjila Kanij" userId="82f6d21e-56ed-4ec3-a40e-65f9057cd858" providerId="ADAL" clId="{32BDA878-2AD5-4D18-8B8D-06D5541E8570}" dt="2025-03-11T03:55:28.848" v="490"/>
        <pc:sldMkLst>
          <pc:docMk/>
          <pc:sldMk cId="1784816616" sldId="262"/>
        </pc:sldMkLst>
        <pc:spChg chg="mod">
          <ac:chgData name="Tanjila Kanij" userId="82f6d21e-56ed-4ec3-a40e-65f9057cd858" providerId="ADAL" clId="{32BDA878-2AD5-4D18-8B8D-06D5541E8570}" dt="2025-03-11T03:49:34.229" v="440" actId="26606"/>
          <ac:spMkLst>
            <pc:docMk/>
            <pc:sldMk cId="1784816616" sldId="262"/>
            <ac:spMk id="2" creationId="{1946FEA5-F465-4B82-AA94-444E849AFD03}"/>
          </ac:spMkLst>
        </pc:spChg>
        <pc:spChg chg="mod">
          <ac:chgData name="Tanjila Kanij" userId="82f6d21e-56ed-4ec3-a40e-65f9057cd858" providerId="ADAL" clId="{32BDA878-2AD5-4D18-8B8D-06D5541E8570}" dt="2025-03-11T03:49:34.229" v="440" actId="26606"/>
          <ac:spMkLst>
            <pc:docMk/>
            <pc:sldMk cId="1784816616" sldId="262"/>
            <ac:spMk id="3" creationId="{E869B57E-1F30-2D9C-5B19-34FD52953E5F}"/>
          </ac:spMkLst>
        </pc:spChg>
        <pc:spChg chg="add">
          <ac:chgData name="Tanjila Kanij" userId="82f6d21e-56ed-4ec3-a40e-65f9057cd858" providerId="ADAL" clId="{32BDA878-2AD5-4D18-8B8D-06D5541E8570}" dt="2025-03-11T03:49:34.229" v="440" actId="26606"/>
          <ac:spMkLst>
            <pc:docMk/>
            <pc:sldMk cId="1784816616" sldId="262"/>
            <ac:spMk id="10" creationId="{BEBFA723-5A7B-472D-ABD7-1526B8D3A38B}"/>
          </ac:spMkLst>
        </pc:spChg>
        <pc:spChg chg="add">
          <ac:chgData name="Tanjila Kanij" userId="82f6d21e-56ed-4ec3-a40e-65f9057cd858" providerId="ADAL" clId="{32BDA878-2AD5-4D18-8B8D-06D5541E8570}" dt="2025-03-11T03:49:34.229" v="440" actId="26606"/>
          <ac:spMkLst>
            <pc:docMk/>
            <pc:sldMk cId="1784816616" sldId="262"/>
            <ac:spMk id="12" creationId="{A6B27065-399A-4CF7-BF70-CF79B9848FC1}"/>
          </ac:spMkLst>
        </pc:spChg>
        <pc:grpChg chg="add">
          <ac:chgData name="Tanjila Kanij" userId="82f6d21e-56ed-4ec3-a40e-65f9057cd858" providerId="ADAL" clId="{32BDA878-2AD5-4D18-8B8D-06D5541E8570}" dt="2025-03-11T03:49:34.229" v="440" actId="26606"/>
          <ac:grpSpMkLst>
            <pc:docMk/>
            <pc:sldMk cId="1784816616" sldId="262"/>
            <ac:grpSpMk id="14" creationId="{CF22986C-DDF7-4109-9D6A-006800D6B041}"/>
          </ac:grpSpMkLst>
        </pc:grpChg>
        <pc:picChg chg="add mod">
          <ac:chgData name="Tanjila Kanij" userId="82f6d21e-56ed-4ec3-a40e-65f9057cd858" providerId="ADAL" clId="{32BDA878-2AD5-4D18-8B8D-06D5541E8570}" dt="2025-03-11T03:55:28.848" v="490"/>
          <ac:picMkLst>
            <pc:docMk/>
            <pc:sldMk cId="1784816616" sldId="262"/>
            <ac:picMk id="4" creationId="{1C42DA6A-E7C4-0172-02ED-71ADF5C7DC0A}"/>
          </ac:picMkLst>
        </pc:picChg>
        <pc:picChg chg="mod">
          <ac:chgData name="Tanjila Kanij" userId="82f6d21e-56ed-4ec3-a40e-65f9057cd858" providerId="ADAL" clId="{32BDA878-2AD5-4D18-8B8D-06D5541E8570}" dt="2025-03-11T03:49:34.229" v="440" actId="26606"/>
          <ac:picMkLst>
            <pc:docMk/>
            <pc:sldMk cId="1784816616" sldId="262"/>
            <ac:picMk id="5" creationId="{99720DF8-75BE-4B5A-8FFB-43FBFBBED5EA}"/>
          </ac:picMkLst>
        </pc:picChg>
      </pc:sldChg>
      <pc:sldChg chg="addSp delSp modSp mod setBg">
        <pc:chgData name="Tanjila Kanij" userId="82f6d21e-56ed-4ec3-a40e-65f9057cd858" providerId="ADAL" clId="{32BDA878-2AD5-4D18-8B8D-06D5541E8570}" dt="2025-03-11T05:25:36.733" v="829" actId="20577"/>
        <pc:sldMkLst>
          <pc:docMk/>
          <pc:sldMk cId="2628167446" sldId="263"/>
        </pc:sldMkLst>
        <pc:spChg chg="mod">
          <ac:chgData name="Tanjila Kanij" userId="82f6d21e-56ed-4ec3-a40e-65f9057cd858" providerId="ADAL" clId="{32BDA878-2AD5-4D18-8B8D-06D5541E8570}" dt="2025-03-11T03:51:48.578" v="448" actId="26606"/>
          <ac:spMkLst>
            <pc:docMk/>
            <pc:sldMk cId="2628167446" sldId="263"/>
            <ac:spMk id="2" creationId="{46A90334-BFB9-4BBE-889A-FB21F1B599AF}"/>
          </ac:spMkLst>
        </pc:spChg>
        <pc:spChg chg="del mod">
          <ac:chgData name="Tanjila Kanij" userId="82f6d21e-56ed-4ec3-a40e-65f9057cd858" providerId="ADAL" clId="{32BDA878-2AD5-4D18-8B8D-06D5541E8570}" dt="2025-03-11T03:51:38.278" v="447" actId="478"/>
          <ac:spMkLst>
            <pc:docMk/>
            <pc:sldMk cId="2628167446" sldId="263"/>
            <ac:spMk id="3" creationId="{42D75C02-2592-4575-9A78-EF82BAD0A1B1}"/>
          </ac:spMkLst>
        </pc:spChg>
        <pc:spChg chg="del mod">
          <ac:chgData name="Tanjila Kanij" userId="82f6d21e-56ed-4ec3-a40e-65f9057cd858" providerId="ADAL" clId="{32BDA878-2AD5-4D18-8B8D-06D5541E8570}" dt="2025-03-11T01:53:03.788" v="401" actId="26606"/>
          <ac:spMkLst>
            <pc:docMk/>
            <pc:sldMk cId="2628167446" sldId="263"/>
            <ac:spMk id="4" creationId="{5E46C3A6-3D50-46B7-AB8D-DA30E50EF67B}"/>
          </ac:spMkLst>
        </pc:spChg>
        <pc:spChg chg="mod">
          <ac:chgData name="Tanjila Kanij" userId="82f6d21e-56ed-4ec3-a40e-65f9057cd858" providerId="ADAL" clId="{32BDA878-2AD5-4D18-8B8D-06D5541E8570}" dt="2025-03-11T03:51:48.578" v="448" actId="26606"/>
          <ac:spMkLst>
            <pc:docMk/>
            <pc:sldMk cId="2628167446" sldId="263"/>
            <ac:spMk id="5" creationId="{B51D149A-CE06-D7B9-5C25-DEF46752C6A1}"/>
          </ac:spMkLst>
        </pc:spChg>
        <pc:spChg chg="add del mod ord">
          <ac:chgData name="Tanjila Kanij" userId="82f6d21e-56ed-4ec3-a40e-65f9057cd858" providerId="ADAL" clId="{32BDA878-2AD5-4D18-8B8D-06D5541E8570}" dt="2025-03-11T03:51:57.019" v="449" actId="478"/>
          <ac:spMkLst>
            <pc:docMk/>
            <pc:sldMk cId="2628167446" sldId="263"/>
            <ac:spMk id="6" creationId="{E5BFF1A3-0219-F40D-DE39-A80A2C49DE9E}"/>
          </ac:spMkLst>
        </pc:spChg>
        <pc:spChg chg="add mod">
          <ac:chgData name="Tanjila Kanij" userId="82f6d21e-56ed-4ec3-a40e-65f9057cd858" providerId="ADAL" clId="{32BDA878-2AD5-4D18-8B8D-06D5541E8570}" dt="2025-03-11T05:25:36.733" v="829" actId="20577"/>
          <ac:spMkLst>
            <pc:docMk/>
            <pc:sldMk cId="2628167446" sldId="263"/>
            <ac:spMk id="8" creationId="{4641459A-C4A3-0BE3-76D0-669BCA6525D0}"/>
          </ac:spMkLst>
        </pc:spChg>
        <pc:spChg chg="add">
          <ac:chgData name="Tanjila Kanij" userId="82f6d21e-56ed-4ec3-a40e-65f9057cd858" providerId="ADAL" clId="{32BDA878-2AD5-4D18-8B8D-06D5541E8570}" dt="2025-03-11T03:51:48.578" v="448" actId="26606"/>
          <ac:spMkLst>
            <pc:docMk/>
            <pc:sldMk cId="2628167446" sldId="263"/>
            <ac:spMk id="12" creationId="{B6FACB3C-9069-4791-BC5C-0DB7CD19B853}"/>
          </ac:spMkLst>
        </pc:spChg>
        <pc:spChg chg="add">
          <ac:chgData name="Tanjila Kanij" userId="82f6d21e-56ed-4ec3-a40e-65f9057cd858" providerId="ADAL" clId="{32BDA878-2AD5-4D18-8B8D-06D5541E8570}" dt="2025-03-11T03:51:48.578" v="448" actId="26606"/>
          <ac:spMkLst>
            <pc:docMk/>
            <pc:sldMk cId="2628167446" sldId="263"/>
            <ac:spMk id="14" creationId="{71F2038E-D777-4B76-81DD-DD13EE91B9DD}"/>
          </ac:spMkLst>
        </pc:spChg>
        <pc:grpChg chg="add">
          <ac:chgData name="Tanjila Kanij" userId="82f6d21e-56ed-4ec3-a40e-65f9057cd858" providerId="ADAL" clId="{32BDA878-2AD5-4D18-8B8D-06D5541E8570}" dt="2025-03-11T03:51:48.578" v="448" actId="26606"/>
          <ac:grpSpMkLst>
            <pc:docMk/>
            <pc:sldMk cId="2628167446" sldId="263"/>
            <ac:grpSpMk id="16" creationId="{DD354807-230F-4402-B1B9-F733A8F1F190}"/>
          </ac:grpSpMkLst>
        </pc:grpChg>
        <pc:graphicFrameChg chg="add mod modGraphic">
          <ac:chgData name="Tanjila Kanij" userId="82f6d21e-56ed-4ec3-a40e-65f9057cd858" providerId="ADAL" clId="{32BDA878-2AD5-4D18-8B8D-06D5541E8570}" dt="2025-03-11T03:51:48.578" v="448" actId="26606"/>
          <ac:graphicFrameMkLst>
            <pc:docMk/>
            <pc:sldMk cId="2628167446" sldId="263"/>
            <ac:graphicFrameMk id="7" creationId="{CEC8498C-C372-E72D-AEF9-A1BF9A6541EE}"/>
          </ac:graphicFrameMkLst>
        </pc:graphicFrameChg>
        <pc:picChg chg="add mod">
          <ac:chgData name="Tanjila Kanij" userId="82f6d21e-56ed-4ec3-a40e-65f9057cd858" providerId="ADAL" clId="{32BDA878-2AD5-4D18-8B8D-06D5541E8570}" dt="2025-03-11T03:55:35.374" v="492"/>
          <ac:picMkLst>
            <pc:docMk/>
            <pc:sldMk cId="2628167446" sldId="263"/>
            <ac:picMk id="9" creationId="{D42155D8-2BB6-7D8F-DA6F-F1B32633D16F}"/>
          </ac:picMkLst>
        </pc:picChg>
      </pc:sldChg>
      <pc:sldChg chg="addSp delSp modSp mod setBg">
        <pc:chgData name="Tanjila Kanij" userId="82f6d21e-56ed-4ec3-a40e-65f9057cd858" providerId="ADAL" clId="{32BDA878-2AD5-4D18-8B8D-06D5541E8570}" dt="2025-03-11T05:30:54.838" v="999" actId="20577"/>
        <pc:sldMkLst>
          <pc:docMk/>
          <pc:sldMk cId="1390221806" sldId="264"/>
        </pc:sldMkLst>
        <pc:spChg chg="mod">
          <ac:chgData name="Tanjila Kanij" userId="82f6d21e-56ed-4ec3-a40e-65f9057cd858" providerId="ADAL" clId="{32BDA878-2AD5-4D18-8B8D-06D5541E8570}" dt="2025-03-11T03:52:13.767" v="450" actId="26606"/>
          <ac:spMkLst>
            <pc:docMk/>
            <pc:sldMk cId="1390221806" sldId="264"/>
            <ac:spMk id="2" creationId="{46A90334-BFB9-4BBE-889A-FB21F1B599AF}"/>
          </ac:spMkLst>
        </pc:spChg>
        <pc:spChg chg="del mod">
          <ac:chgData name="Tanjila Kanij" userId="82f6d21e-56ed-4ec3-a40e-65f9057cd858" providerId="ADAL" clId="{32BDA878-2AD5-4D18-8B8D-06D5541E8570}" dt="2025-03-11T03:46:53.169" v="408" actId="478"/>
          <ac:spMkLst>
            <pc:docMk/>
            <pc:sldMk cId="1390221806" sldId="264"/>
            <ac:spMk id="3" creationId="{42D75C02-2592-4575-9A78-EF82BAD0A1B1}"/>
          </ac:spMkLst>
        </pc:spChg>
        <pc:spChg chg="del mod">
          <ac:chgData name="Tanjila Kanij" userId="82f6d21e-56ed-4ec3-a40e-65f9057cd858" providerId="ADAL" clId="{32BDA878-2AD5-4D18-8B8D-06D5541E8570}" dt="2025-03-11T03:47:01.568" v="409" actId="26606"/>
          <ac:spMkLst>
            <pc:docMk/>
            <pc:sldMk cId="1390221806" sldId="264"/>
            <ac:spMk id="4" creationId="{5E46C3A6-3D50-46B7-AB8D-DA30E50EF67B}"/>
          </ac:spMkLst>
        </pc:spChg>
        <pc:spChg chg="mod ord">
          <ac:chgData name="Tanjila Kanij" userId="82f6d21e-56ed-4ec3-a40e-65f9057cd858" providerId="ADAL" clId="{32BDA878-2AD5-4D18-8B8D-06D5541E8570}" dt="2025-03-11T03:52:13.767" v="450" actId="26606"/>
          <ac:spMkLst>
            <pc:docMk/>
            <pc:sldMk cId="1390221806" sldId="264"/>
            <ac:spMk id="5" creationId="{D5C31290-8F6C-28A3-7645-0AADBFB7D0E0}"/>
          </ac:spMkLst>
        </pc:spChg>
        <pc:spChg chg="add mod">
          <ac:chgData name="Tanjila Kanij" userId="82f6d21e-56ed-4ec3-a40e-65f9057cd858" providerId="ADAL" clId="{32BDA878-2AD5-4D18-8B8D-06D5541E8570}" dt="2025-03-11T05:30:54.838" v="999" actId="20577"/>
          <ac:spMkLst>
            <pc:docMk/>
            <pc:sldMk cId="1390221806" sldId="264"/>
            <ac:spMk id="7" creationId="{0F97629A-B6DA-660B-0203-FFF00BDF1D48}"/>
          </ac:spMkLst>
        </pc:spChg>
        <pc:spChg chg="add del">
          <ac:chgData name="Tanjila Kanij" userId="82f6d21e-56ed-4ec3-a40e-65f9057cd858" providerId="ADAL" clId="{32BDA878-2AD5-4D18-8B8D-06D5541E8570}" dt="2025-03-11T03:52:13.767" v="450" actId="26606"/>
          <ac:spMkLst>
            <pc:docMk/>
            <pc:sldMk cId="1390221806" sldId="264"/>
            <ac:spMk id="13" creationId="{C0763A76-9F1C-4FC5-82B7-DD475DA461B2}"/>
          </ac:spMkLst>
        </pc:spChg>
        <pc:spChg chg="add del">
          <ac:chgData name="Tanjila Kanij" userId="82f6d21e-56ed-4ec3-a40e-65f9057cd858" providerId="ADAL" clId="{32BDA878-2AD5-4D18-8B8D-06D5541E8570}" dt="2025-03-11T03:52:13.767" v="450" actId="26606"/>
          <ac:spMkLst>
            <pc:docMk/>
            <pc:sldMk cId="1390221806" sldId="264"/>
            <ac:spMk id="15" creationId="{E81BF4F6-F2CF-4984-9D14-D6966D92F99F}"/>
          </ac:spMkLst>
        </pc:spChg>
        <pc:spChg chg="add">
          <ac:chgData name="Tanjila Kanij" userId="82f6d21e-56ed-4ec3-a40e-65f9057cd858" providerId="ADAL" clId="{32BDA878-2AD5-4D18-8B8D-06D5541E8570}" dt="2025-03-11T03:52:13.767" v="450" actId="26606"/>
          <ac:spMkLst>
            <pc:docMk/>
            <pc:sldMk cId="1390221806" sldId="264"/>
            <ac:spMk id="20" creationId="{B6FACB3C-9069-4791-BC5C-0DB7CD19B853}"/>
          </ac:spMkLst>
        </pc:spChg>
        <pc:spChg chg="add">
          <ac:chgData name="Tanjila Kanij" userId="82f6d21e-56ed-4ec3-a40e-65f9057cd858" providerId="ADAL" clId="{32BDA878-2AD5-4D18-8B8D-06D5541E8570}" dt="2025-03-11T03:52:13.767" v="450" actId="26606"/>
          <ac:spMkLst>
            <pc:docMk/>
            <pc:sldMk cId="1390221806" sldId="264"/>
            <ac:spMk id="22" creationId="{71F2038E-D777-4B76-81DD-DD13EE91B9DD}"/>
          </ac:spMkLst>
        </pc:spChg>
        <pc:grpChg chg="add">
          <ac:chgData name="Tanjila Kanij" userId="82f6d21e-56ed-4ec3-a40e-65f9057cd858" providerId="ADAL" clId="{32BDA878-2AD5-4D18-8B8D-06D5541E8570}" dt="2025-03-11T03:52:13.767" v="450" actId="26606"/>
          <ac:grpSpMkLst>
            <pc:docMk/>
            <pc:sldMk cId="1390221806" sldId="264"/>
            <ac:grpSpMk id="24" creationId="{DD354807-230F-4402-B1B9-F733A8F1F190}"/>
          </ac:grpSpMkLst>
        </pc:grpChg>
        <pc:picChg chg="add mod">
          <ac:chgData name="Tanjila Kanij" userId="82f6d21e-56ed-4ec3-a40e-65f9057cd858" providerId="ADAL" clId="{32BDA878-2AD5-4D18-8B8D-06D5541E8570}" dt="2025-03-11T03:55:38.459" v="493"/>
          <ac:picMkLst>
            <pc:docMk/>
            <pc:sldMk cId="1390221806" sldId="264"/>
            <ac:picMk id="8" creationId="{361D0299-7ED5-6E0F-D396-4AD18F0FD44E}"/>
          </ac:picMkLst>
        </pc:picChg>
        <pc:picChg chg="add mod">
          <ac:chgData name="Tanjila Kanij" userId="82f6d21e-56ed-4ec3-a40e-65f9057cd858" providerId="ADAL" clId="{32BDA878-2AD5-4D18-8B8D-06D5541E8570}" dt="2025-03-11T03:52:13.767" v="450" actId="26606"/>
          <ac:picMkLst>
            <pc:docMk/>
            <pc:sldMk cId="1390221806" sldId="264"/>
            <ac:picMk id="9" creationId="{89079FEE-A3D6-3188-A6C8-CD77A76FC38D}"/>
          </ac:picMkLst>
        </pc:picChg>
      </pc:sldChg>
      <pc:sldChg chg="addSp delSp modSp mod setBg">
        <pc:chgData name="Tanjila Kanij" userId="82f6d21e-56ed-4ec3-a40e-65f9057cd858" providerId="ADAL" clId="{32BDA878-2AD5-4D18-8B8D-06D5541E8570}" dt="2025-03-11T03:55:42.774" v="494"/>
        <pc:sldMkLst>
          <pc:docMk/>
          <pc:sldMk cId="167403886" sldId="265"/>
        </pc:sldMkLst>
        <pc:spChg chg="mod">
          <ac:chgData name="Tanjila Kanij" userId="82f6d21e-56ed-4ec3-a40e-65f9057cd858" providerId="ADAL" clId="{32BDA878-2AD5-4D18-8B8D-06D5541E8570}" dt="2025-03-11T03:52:21.640" v="451" actId="26606"/>
          <ac:spMkLst>
            <pc:docMk/>
            <pc:sldMk cId="167403886" sldId="265"/>
            <ac:spMk id="2" creationId="{46A90334-BFB9-4BBE-889A-FB21F1B599AF}"/>
          </ac:spMkLst>
        </pc:spChg>
        <pc:spChg chg="mod">
          <ac:chgData name="Tanjila Kanij" userId="82f6d21e-56ed-4ec3-a40e-65f9057cd858" providerId="ADAL" clId="{32BDA878-2AD5-4D18-8B8D-06D5541E8570}" dt="2025-03-11T03:52:21.640" v="451" actId="26606"/>
          <ac:spMkLst>
            <pc:docMk/>
            <pc:sldMk cId="167403886" sldId="265"/>
            <ac:spMk id="3" creationId="{F1CF46AB-DD76-B1C3-AEEA-5809BDDD1595}"/>
          </ac:spMkLst>
        </pc:spChg>
        <pc:spChg chg="mod">
          <ac:chgData name="Tanjila Kanij" userId="82f6d21e-56ed-4ec3-a40e-65f9057cd858" providerId="ADAL" clId="{32BDA878-2AD5-4D18-8B8D-06D5541E8570}" dt="2025-03-11T03:52:21.640" v="451" actId="26606"/>
          <ac:spMkLst>
            <pc:docMk/>
            <pc:sldMk cId="167403886" sldId="265"/>
            <ac:spMk id="6" creationId="{4A7C1FB8-5AF7-4490-80BB-C588C716405A}"/>
          </ac:spMkLst>
        </pc:spChg>
        <pc:spChg chg="add del">
          <ac:chgData name="Tanjila Kanij" userId="82f6d21e-56ed-4ec3-a40e-65f9057cd858" providerId="ADAL" clId="{32BDA878-2AD5-4D18-8B8D-06D5541E8570}" dt="2025-03-11T01:53:33.585" v="402" actId="26606"/>
          <ac:spMkLst>
            <pc:docMk/>
            <pc:sldMk cId="167403886" sldId="265"/>
            <ac:spMk id="12" creationId="{C0763A76-9F1C-4FC5-82B7-DD475DA461B2}"/>
          </ac:spMkLst>
        </pc:spChg>
        <pc:spChg chg="add del">
          <ac:chgData name="Tanjila Kanij" userId="82f6d21e-56ed-4ec3-a40e-65f9057cd858" providerId="ADAL" clId="{32BDA878-2AD5-4D18-8B8D-06D5541E8570}" dt="2025-03-11T01:53:33.585" v="402" actId="26606"/>
          <ac:spMkLst>
            <pc:docMk/>
            <pc:sldMk cId="167403886" sldId="265"/>
            <ac:spMk id="14" creationId="{E81BF4F6-F2CF-4984-9D14-D6966D92F99F}"/>
          </ac:spMkLst>
        </pc:spChg>
        <pc:spChg chg="add del">
          <ac:chgData name="Tanjila Kanij" userId="82f6d21e-56ed-4ec3-a40e-65f9057cd858" providerId="ADAL" clId="{32BDA878-2AD5-4D18-8B8D-06D5541E8570}" dt="2025-03-11T03:52:21.640" v="451" actId="26606"/>
          <ac:spMkLst>
            <pc:docMk/>
            <pc:sldMk cId="167403886" sldId="265"/>
            <ac:spMk id="19" creationId="{04812C46-200A-4DEB-A05E-3ED6C68C2387}"/>
          </ac:spMkLst>
        </pc:spChg>
        <pc:spChg chg="add del">
          <ac:chgData name="Tanjila Kanij" userId="82f6d21e-56ed-4ec3-a40e-65f9057cd858" providerId="ADAL" clId="{32BDA878-2AD5-4D18-8B8D-06D5541E8570}" dt="2025-03-11T03:52:21.640" v="451" actId="26606"/>
          <ac:spMkLst>
            <pc:docMk/>
            <pc:sldMk cId="167403886" sldId="265"/>
            <ac:spMk id="21" creationId="{D1EA859B-E555-4109-94F3-6700E046E008}"/>
          </ac:spMkLst>
        </pc:spChg>
        <pc:spChg chg="add">
          <ac:chgData name="Tanjila Kanij" userId="82f6d21e-56ed-4ec3-a40e-65f9057cd858" providerId="ADAL" clId="{32BDA878-2AD5-4D18-8B8D-06D5541E8570}" dt="2025-03-11T03:52:21.640" v="451" actId="26606"/>
          <ac:spMkLst>
            <pc:docMk/>
            <pc:sldMk cId="167403886" sldId="265"/>
            <ac:spMk id="26" creationId="{B6FACB3C-9069-4791-BC5C-0DB7CD19B853}"/>
          </ac:spMkLst>
        </pc:spChg>
        <pc:spChg chg="add">
          <ac:chgData name="Tanjila Kanij" userId="82f6d21e-56ed-4ec3-a40e-65f9057cd858" providerId="ADAL" clId="{32BDA878-2AD5-4D18-8B8D-06D5541E8570}" dt="2025-03-11T03:52:21.640" v="451" actId="26606"/>
          <ac:spMkLst>
            <pc:docMk/>
            <pc:sldMk cId="167403886" sldId="265"/>
            <ac:spMk id="28" creationId="{71F2038E-D777-4B76-81DD-DD13EE91B9DD}"/>
          </ac:spMkLst>
        </pc:spChg>
        <pc:grpChg chg="add">
          <ac:chgData name="Tanjila Kanij" userId="82f6d21e-56ed-4ec3-a40e-65f9057cd858" providerId="ADAL" clId="{32BDA878-2AD5-4D18-8B8D-06D5541E8570}" dt="2025-03-11T03:52:21.640" v="451" actId="26606"/>
          <ac:grpSpMkLst>
            <pc:docMk/>
            <pc:sldMk cId="167403886" sldId="265"/>
            <ac:grpSpMk id="30" creationId="{DD354807-230F-4402-B1B9-F733A8F1F190}"/>
          </ac:grpSpMkLst>
        </pc:grpChg>
        <pc:picChg chg="add mod">
          <ac:chgData name="Tanjila Kanij" userId="82f6d21e-56ed-4ec3-a40e-65f9057cd858" providerId="ADAL" clId="{32BDA878-2AD5-4D18-8B8D-06D5541E8570}" dt="2025-03-11T03:55:42.774" v="494"/>
          <ac:picMkLst>
            <pc:docMk/>
            <pc:sldMk cId="167403886" sldId="265"/>
            <ac:picMk id="4" creationId="{120D3DD3-8F3B-2234-09ED-D86703DDF733}"/>
          </ac:picMkLst>
        </pc:picChg>
        <pc:picChg chg="add mod ord">
          <ac:chgData name="Tanjila Kanij" userId="82f6d21e-56ed-4ec3-a40e-65f9057cd858" providerId="ADAL" clId="{32BDA878-2AD5-4D18-8B8D-06D5541E8570}" dt="2025-03-11T03:52:21.640" v="451" actId="26606"/>
          <ac:picMkLst>
            <pc:docMk/>
            <pc:sldMk cId="167403886" sldId="265"/>
            <ac:picMk id="8" creationId="{00CA2596-8CDD-513A-F18D-72CD672D0F1F}"/>
          </ac:picMkLst>
        </pc:picChg>
      </pc:sldChg>
      <pc:sldChg chg="addSp delSp modSp mod setBg addAnim">
        <pc:chgData name="Tanjila Kanij" userId="82f6d21e-56ed-4ec3-a40e-65f9057cd858" providerId="ADAL" clId="{32BDA878-2AD5-4D18-8B8D-06D5541E8570}" dt="2025-03-11T03:55:45.461" v="495"/>
        <pc:sldMkLst>
          <pc:docMk/>
          <pc:sldMk cId="4074950426" sldId="266"/>
        </pc:sldMkLst>
        <pc:spChg chg="mod">
          <ac:chgData name="Tanjila Kanij" userId="82f6d21e-56ed-4ec3-a40e-65f9057cd858" providerId="ADAL" clId="{32BDA878-2AD5-4D18-8B8D-06D5541E8570}" dt="2025-03-11T03:52:31.109" v="452" actId="26606"/>
          <ac:spMkLst>
            <pc:docMk/>
            <pc:sldMk cId="4074950426" sldId="266"/>
            <ac:spMk id="2" creationId="{F262A18E-DBCC-4753-8020-1CAE55426DED}"/>
          </ac:spMkLst>
        </pc:spChg>
        <pc:spChg chg="mod">
          <ac:chgData name="Tanjila Kanij" userId="82f6d21e-56ed-4ec3-a40e-65f9057cd858" providerId="ADAL" clId="{32BDA878-2AD5-4D18-8B8D-06D5541E8570}" dt="2025-03-11T03:52:31.109" v="452" actId="26606"/>
          <ac:spMkLst>
            <pc:docMk/>
            <pc:sldMk cId="4074950426" sldId="266"/>
            <ac:spMk id="3" creationId="{2E86AE8D-E436-4EA8-9ED1-A80884858111}"/>
          </ac:spMkLst>
        </pc:spChg>
        <pc:spChg chg="mod">
          <ac:chgData name="Tanjila Kanij" userId="82f6d21e-56ed-4ec3-a40e-65f9057cd858" providerId="ADAL" clId="{32BDA878-2AD5-4D18-8B8D-06D5541E8570}" dt="2025-03-11T03:52:31.109" v="452" actId="26606"/>
          <ac:spMkLst>
            <pc:docMk/>
            <pc:sldMk cId="4074950426" sldId="266"/>
            <ac:spMk id="4" creationId="{4FC9E85F-D114-86F2-D178-7636C93D193E}"/>
          </ac:spMkLst>
        </pc:spChg>
        <pc:spChg chg="add del">
          <ac:chgData name="Tanjila Kanij" userId="82f6d21e-56ed-4ec3-a40e-65f9057cd858" providerId="ADAL" clId="{32BDA878-2AD5-4D18-8B8D-06D5541E8570}" dt="2025-03-11T03:52:31.109" v="452" actId="26606"/>
          <ac:spMkLst>
            <pc:docMk/>
            <pc:sldMk cId="4074950426" sldId="266"/>
            <ac:spMk id="10" creationId="{C1DD1A8A-57D5-4A81-AD04-532B043C5611}"/>
          </ac:spMkLst>
        </pc:spChg>
        <pc:spChg chg="add del">
          <ac:chgData name="Tanjila Kanij" userId="82f6d21e-56ed-4ec3-a40e-65f9057cd858" providerId="ADAL" clId="{32BDA878-2AD5-4D18-8B8D-06D5541E8570}" dt="2025-03-11T03:52:31.109" v="452" actId="26606"/>
          <ac:spMkLst>
            <pc:docMk/>
            <pc:sldMk cId="4074950426" sldId="266"/>
            <ac:spMk id="12" creationId="{007891EC-4501-44ED-A8C8-B11B6DB767AB}"/>
          </ac:spMkLst>
        </pc:spChg>
        <pc:spChg chg="add">
          <ac:chgData name="Tanjila Kanij" userId="82f6d21e-56ed-4ec3-a40e-65f9057cd858" providerId="ADAL" clId="{32BDA878-2AD5-4D18-8B8D-06D5541E8570}" dt="2025-03-11T03:52:31.109" v="452" actId="26606"/>
          <ac:spMkLst>
            <pc:docMk/>
            <pc:sldMk cId="4074950426" sldId="266"/>
            <ac:spMk id="17" creationId="{23D09407-53BC-485E-B4CE-BC5E4FC4B25B}"/>
          </ac:spMkLst>
        </pc:spChg>
        <pc:spChg chg="add">
          <ac:chgData name="Tanjila Kanij" userId="82f6d21e-56ed-4ec3-a40e-65f9057cd858" providerId="ADAL" clId="{32BDA878-2AD5-4D18-8B8D-06D5541E8570}" dt="2025-03-11T03:52:31.109" v="452" actId="26606"/>
          <ac:spMkLst>
            <pc:docMk/>
            <pc:sldMk cId="4074950426" sldId="266"/>
            <ac:spMk id="19" creationId="{921DB988-49FC-4608-B0A2-E2F3A4019041}"/>
          </ac:spMkLst>
        </pc:spChg>
        <pc:grpChg chg="add">
          <ac:chgData name="Tanjila Kanij" userId="82f6d21e-56ed-4ec3-a40e-65f9057cd858" providerId="ADAL" clId="{32BDA878-2AD5-4D18-8B8D-06D5541E8570}" dt="2025-03-11T03:52:31.109" v="452" actId="26606"/>
          <ac:grpSpMkLst>
            <pc:docMk/>
            <pc:sldMk cId="4074950426" sldId="266"/>
            <ac:grpSpMk id="21" creationId="{E9B930FD-8671-4C4C-ADCF-73AC1D0CD417}"/>
          </ac:grpSpMkLst>
        </pc:grpChg>
        <pc:grpChg chg="add">
          <ac:chgData name="Tanjila Kanij" userId="82f6d21e-56ed-4ec3-a40e-65f9057cd858" providerId="ADAL" clId="{32BDA878-2AD5-4D18-8B8D-06D5541E8570}" dt="2025-03-11T03:52:31.109" v="452" actId="26606"/>
          <ac:grpSpMkLst>
            <pc:docMk/>
            <pc:sldMk cId="4074950426" sldId="266"/>
            <ac:grpSpMk id="27" creationId="{383C2651-AE0C-4AE4-8725-E2F9414FE219}"/>
          </ac:grpSpMkLst>
        </pc:grpChg>
        <pc:picChg chg="add mod">
          <ac:chgData name="Tanjila Kanij" userId="82f6d21e-56ed-4ec3-a40e-65f9057cd858" providerId="ADAL" clId="{32BDA878-2AD5-4D18-8B8D-06D5541E8570}" dt="2025-03-11T03:55:45.461" v="495"/>
          <ac:picMkLst>
            <pc:docMk/>
            <pc:sldMk cId="4074950426" sldId="266"/>
            <ac:picMk id="5" creationId="{5C7A4660-44E8-1218-2949-E3DE02E17F0E}"/>
          </ac:picMkLst>
        </pc:picChg>
        <pc:picChg chg="add mod ord">
          <ac:chgData name="Tanjila Kanij" userId="82f6d21e-56ed-4ec3-a40e-65f9057cd858" providerId="ADAL" clId="{32BDA878-2AD5-4D18-8B8D-06D5541E8570}" dt="2025-03-11T03:52:31.109" v="452" actId="26606"/>
          <ac:picMkLst>
            <pc:docMk/>
            <pc:sldMk cId="4074950426" sldId="266"/>
            <ac:picMk id="6" creationId="{09700306-186D-DCDA-2384-9AED4D0E7E81}"/>
          </ac:picMkLst>
        </pc:picChg>
      </pc:sldChg>
      <pc:sldChg chg="addSp delSp modSp mod setBg">
        <pc:chgData name="Tanjila Kanij" userId="82f6d21e-56ed-4ec3-a40e-65f9057cd858" providerId="ADAL" clId="{32BDA878-2AD5-4D18-8B8D-06D5541E8570}" dt="2025-03-11T03:55:14.195" v="485"/>
        <pc:sldMkLst>
          <pc:docMk/>
          <pc:sldMk cId="3144553458" sldId="267"/>
        </pc:sldMkLst>
        <pc:spChg chg="mod ord">
          <ac:chgData name="Tanjila Kanij" userId="82f6d21e-56ed-4ec3-a40e-65f9057cd858" providerId="ADAL" clId="{32BDA878-2AD5-4D18-8B8D-06D5541E8570}" dt="2025-03-11T03:52:55.346" v="455" actId="1076"/>
          <ac:spMkLst>
            <pc:docMk/>
            <pc:sldMk cId="3144553458" sldId="267"/>
            <ac:spMk id="2" creationId="{8958D1FB-9892-4649-91D1-FA63D6A9F475}"/>
          </ac:spMkLst>
        </pc:spChg>
        <pc:spChg chg="add del mod">
          <ac:chgData name="Tanjila Kanij" userId="82f6d21e-56ed-4ec3-a40e-65f9057cd858" providerId="ADAL" clId="{32BDA878-2AD5-4D18-8B8D-06D5541E8570}" dt="2025-03-11T01:26:48.980" v="37"/>
          <ac:spMkLst>
            <pc:docMk/>
            <pc:sldMk cId="3144553458" sldId="267"/>
            <ac:spMk id="4" creationId="{CA4F71A3-B8C0-8DA0-1AF2-577800685781}"/>
          </ac:spMkLst>
        </pc:spChg>
        <pc:spChg chg="mod">
          <ac:chgData name="Tanjila Kanij" userId="82f6d21e-56ed-4ec3-a40e-65f9057cd858" providerId="ADAL" clId="{32BDA878-2AD5-4D18-8B8D-06D5541E8570}" dt="2025-03-11T03:52:47.425" v="453" actId="26606"/>
          <ac:spMkLst>
            <pc:docMk/>
            <pc:sldMk cId="3144553458" sldId="267"/>
            <ac:spMk id="7" creationId="{C9EF923C-344B-D2FC-A907-547A91097A30}"/>
          </ac:spMkLst>
        </pc:spChg>
        <pc:spChg chg="add del">
          <ac:chgData name="Tanjila Kanij" userId="82f6d21e-56ed-4ec3-a40e-65f9057cd858" providerId="ADAL" clId="{32BDA878-2AD5-4D18-8B8D-06D5541E8570}" dt="2025-03-11T03:52:51.736" v="454" actId="478"/>
          <ac:spMkLst>
            <pc:docMk/>
            <pc:sldMk cId="3144553458" sldId="267"/>
            <ac:spMk id="10" creationId="{A8F078C2-B9B0-1489-B42F-9343230CC554}"/>
          </ac:spMkLst>
        </pc:spChg>
        <pc:spChg chg="add del">
          <ac:chgData name="Tanjila Kanij" userId="82f6d21e-56ed-4ec3-a40e-65f9057cd858" providerId="ADAL" clId="{32BDA878-2AD5-4D18-8B8D-06D5541E8570}" dt="2025-03-11T01:48:13.392" v="192" actId="26606"/>
          <ac:spMkLst>
            <pc:docMk/>
            <pc:sldMk cId="3144553458" sldId="267"/>
            <ac:spMk id="11" creationId="{37C89E4B-3C9F-44B9-8B86-D9E3D112D8EC}"/>
          </ac:spMkLst>
        </pc:spChg>
        <pc:spChg chg="add">
          <ac:chgData name="Tanjila Kanij" userId="82f6d21e-56ed-4ec3-a40e-65f9057cd858" providerId="ADAL" clId="{32BDA878-2AD5-4D18-8B8D-06D5541E8570}" dt="2025-03-11T03:52:47.425" v="453" actId="26606"/>
          <ac:spMkLst>
            <pc:docMk/>
            <pc:sldMk cId="3144553458" sldId="267"/>
            <ac:spMk id="14" creationId="{1E020063-2385-44AC-BD67-258E1F0B9FCE}"/>
          </ac:spMkLst>
        </pc:spChg>
        <pc:spChg chg="add">
          <ac:chgData name="Tanjila Kanij" userId="82f6d21e-56ed-4ec3-a40e-65f9057cd858" providerId="ADAL" clId="{32BDA878-2AD5-4D18-8B8D-06D5541E8570}" dt="2025-03-11T03:52:47.425" v="453" actId="26606"/>
          <ac:spMkLst>
            <pc:docMk/>
            <pc:sldMk cId="3144553458" sldId="267"/>
            <ac:spMk id="16" creationId="{7E014A0B-5338-4077-AFE9-A90D04D4492B}"/>
          </ac:spMkLst>
        </pc:spChg>
        <pc:grpChg chg="add">
          <ac:chgData name="Tanjila Kanij" userId="82f6d21e-56ed-4ec3-a40e-65f9057cd858" providerId="ADAL" clId="{32BDA878-2AD5-4D18-8B8D-06D5541E8570}" dt="2025-03-11T03:52:47.425" v="453" actId="26606"/>
          <ac:grpSpMkLst>
            <pc:docMk/>
            <pc:sldMk cId="3144553458" sldId="267"/>
            <ac:grpSpMk id="18" creationId="{78127680-150F-4A90-9950-F66392578116}"/>
          </ac:grpSpMkLst>
        </pc:grpChg>
        <pc:grpChg chg="add">
          <ac:chgData name="Tanjila Kanij" userId="82f6d21e-56ed-4ec3-a40e-65f9057cd858" providerId="ADAL" clId="{32BDA878-2AD5-4D18-8B8D-06D5541E8570}" dt="2025-03-11T03:52:47.425" v="453" actId="26606"/>
          <ac:grpSpMkLst>
            <pc:docMk/>
            <pc:sldMk cId="3144553458" sldId="267"/>
            <ac:grpSpMk id="24" creationId="{466920E5-8640-4C24-A775-8647637094A7}"/>
          </ac:grpSpMkLst>
        </pc:grpChg>
        <pc:graphicFrameChg chg="del modGraphic">
          <ac:chgData name="Tanjila Kanij" userId="82f6d21e-56ed-4ec3-a40e-65f9057cd858" providerId="ADAL" clId="{32BDA878-2AD5-4D18-8B8D-06D5541E8570}" dt="2025-03-11T01:26:34.316" v="36" actId="478"/>
          <ac:graphicFrameMkLst>
            <pc:docMk/>
            <pc:sldMk cId="3144553458" sldId="267"/>
            <ac:graphicFrameMk id="9" creationId="{2E049DA4-702A-48F4-9D80-22DDBEE37DB0}"/>
          </ac:graphicFrameMkLst>
        </pc:graphicFrameChg>
        <pc:picChg chg="add mod">
          <ac:chgData name="Tanjila Kanij" userId="82f6d21e-56ed-4ec3-a40e-65f9057cd858" providerId="ADAL" clId="{32BDA878-2AD5-4D18-8B8D-06D5541E8570}" dt="2025-03-11T03:55:14.195" v="485"/>
          <ac:picMkLst>
            <pc:docMk/>
            <pc:sldMk cId="3144553458" sldId="267"/>
            <ac:picMk id="3" creationId="{1721D81B-C49D-99B2-E8FE-A97E185DAF07}"/>
          </ac:picMkLst>
        </pc:picChg>
        <pc:picChg chg="add mod ord">
          <ac:chgData name="Tanjila Kanij" userId="82f6d21e-56ed-4ec3-a40e-65f9057cd858" providerId="ADAL" clId="{32BDA878-2AD5-4D18-8B8D-06D5541E8570}" dt="2025-03-11T03:53:16.534" v="460" actId="14100"/>
          <ac:picMkLst>
            <pc:docMk/>
            <pc:sldMk cId="3144553458" sldId="267"/>
            <ac:picMk id="6" creationId="{73645CA8-B116-56AC-3A7D-7A75D7768EDE}"/>
          </ac:picMkLst>
        </pc:picChg>
        <pc:cxnChg chg="add del">
          <ac:chgData name="Tanjila Kanij" userId="82f6d21e-56ed-4ec3-a40e-65f9057cd858" providerId="ADAL" clId="{32BDA878-2AD5-4D18-8B8D-06D5541E8570}" dt="2025-03-11T01:48:13.392" v="192" actId="26606"/>
          <ac:cxnSpMkLst>
            <pc:docMk/>
            <pc:sldMk cId="3144553458" sldId="267"/>
            <ac:cxnSpMk id="13" creationId="{AA2EAA10-076F-46BD-8F0F-B9A2FB77A85C}"/>
          </ac:cxnSpMkLst>
        </pc:cxnChg>
        <pc:cxnChg chg="add del">
          <ac:chgData name="Tanjila Kanij" userId="82f6d21e-56ed-4ec3-a40e-65f9057cd858" providerId="ADAL" clId="{32BDA878-2AD5-4D18-8B8D-06D5541E8570}" dt="2025-03-11T01:48:13.392" v="192" actId="26606"/>
          <ac:cxnSpMkLst>
            <pc:docMk/>
            <pc:sldMk cId="3144553458" sldId="267"/>
            <ac:cxnSpMk id="15" creationId="{D891E407-403B-4764-86C9-33A56D3BCAA3}"/>
          </ac:cxnSpMkLst>
        </pc:cxnChg>
      </pc:sldChg>
      <pc:sldChg chg="addSp delSp modSp add mod setBg">
        <pc:chgData name="Tanjila Kanij" userId="82f6d21e-56ed-4ec3-a40e-65f9057cd858" providerId="ADAL" clId="{32BDA878-2AD5-4D18-8B8D-06D5541E8570}" dt="2025-03-11T03:55:17.789" v="486"/>
        <pc:sldMkLst>
          <pc:docMk/>
          <pc:sldMk cId="1699256587" sldId="268"/>
        </pc:sldMkLst>
        <pc:spChg chg="mod">
          <ac:chgData name="Tanjila Kanij" userId="82f6d21e-56ed-4ec3-a40e-65f9057cd858" providerId="ADAL" clId="{32BDA878-2AD5-4D18-8B8D-06D5541E8570}" dt="2025-03-11T03:50:14.549" v="441" actId="26606"/>
          <ac:spMkLst>
            <pc:docMk/>
            <pc:sldMk cId="1699256587" sldId="268"/>
            <ac:spMk id="2" creationId="{BD5E361F-6538-54A2-566E-A1FFD41C7E26}"/>
          </ac:spMkLst>
        </pc:spChg>
        <pc:spChg chg="mod">
          <ac:chgData name="Tanjila Kanij" userId="82f6d21e-56ed-4ec3-a40e-65f9057cd858" providerId="ADAL" clId="{32BDA878-2AD5-4D18-8B8D-06D5541E8570}" dt="2025-03-11T03:50:14.549" v="441" actId="26606"/>
          <ac:spMkLst>
            <pc:docMk/>
            <pc:sldMk cId="1699256587" sldId="268"/>
            <ac:spMk id="3" creationId="{0F983B38-23E5-54F7-2C3F-A25412723F51}"/>
          </ac:spMkLst>
        </pc:spChg>
        <pc:spChg chg="mod">
          <ac:chgData name="Tanjila Kanij" userId="82f6d21e-56ed-4ec3-a40e-65f9057cd858" providerId="ADAL" clId="{32BDA878-2AD5-4D18-8B8D-06D5541E8570}" dt="2025-03-11T03:50:19.831" v="442" actId="207"/>
          <ac:spMkLst>
            <pc:docMk/>
            <pc:sldMk cId="1699256587" sldId="268"/>
            <ac:spMk id="17" creationId="{833DFD74-C5F0-C7B2-A9A1-E6CC2A43EF4E}"/>
          </ac:spMkLst>
        </pc:spChg>
        <pc:spChg chg="add">
          <ac:chgData name="Tanjila Kanij" userId="82f6d21e-56ed-4ec3-a40e-65f9057cd858" providerId="ADAL" clId="{32BDA878-2AD5-4D18-8B8D-06D5541E8570}" dt="2025-03-11T03:50:14.549" v="441" actId="26606"/>
          <ac:spMkLst>
            <pc:docMk/>
            <pc:sldMk cId="1699256587" sldId="268"/>
            <ac:spMk id="22" creationId="{18873D23-2DCF-4B31-A009-95721C06E8E1}"/>
          </ac:spMkLst>
        </pc:spChg>
        <pc:spChg chg="add">
          <ac:chgData name="Tanjila Kanij" userId="82f6d21e-56ed-4ec3-a40e-65f9057cd858" providerId="ADAL" clId="{32BDA878-2AD5-4D18-8B8D-06D5541E8570}" dt="2025-03-11T03:50:14.549" v="441" actId="26606"/>
          <ac:spMkLst>
            <pc:docMk/>
            <pc:sldMk cId="1699256587" sldId="268"/>
            <ac:spMk id="24" creationId="{C13EF075-D4EF-4929-ADBC-91B27DA19955}"/>
          </ac:spMkLst>
        </pc:spChg>
        <pc:grpChg chg="add">
          <ac:chgData name="Tanjila Kanij" userId="82f6d21e-56ed-4ec3-a40e-65f9057cd858" providerId="ADAL" clId="{32BDA878-2AD5-4D18-8B8D-06D5541E8570}" dt="2025-03-11T03:50:14.549" v="441" actId="26606"/>
          <ac:grpSpMkLst>
            <pc:docMk/>
            <pc:sldMk cId="1699256587" sldId="268"/>
            <ac:grpSpMk id="26" creationId="{DAA26DFA-AAB2-4973-9C17-16D587C7B198}"/>
          </ac:grpSpMkLst>
        </pc:grpChg>
        <pc:picChg chg="add mod">
          <ac:chgData name="Tanjila Kanij" userId="82f6d21e-56ed-4ec3-a40e-65f9057cd858" providerId="ADAL" clId="{32BDA878-2AD5-4D18-8B8D-06D5541E8570}" dt="2025-03-11T03:55:17.789" v="486"/>
          <ac:picMkLst>
            <pc:docMk/>
            <pc:sldMk cId="1699256587" sldId="268"/>
            <ac:picMk id="4" creationId="{4F74E5B3-6265-B727-51AD-E8EC8D42E8DF}"/>
          </ac:picMkLst>
        </pc:picChg>
        <pc:picChg chg="del">
          <ac:chgData name="Tanjila Kanij" userId="82f6d21e-56ed-4ec3-a40e-65f9057cd858" providerId="ADAL" clId="{32BDA878-2AD5-4D18-8B8D-06D5541E8570}" dt="2025-03-11T01:48:31.861" v="205" actId="478"/>
          <ac:picMkLst>
            <pc:docMk/>
            <pc:sldMk cId="1699256587" sldId="268"/>
            <ac:picMk id="7" creationId="{F5A66376-DD2E-731A-3739-A0A47DA264AC}"/>
          </ac:picMkLst>
        </pc:picChg>
        <pc:picChg chg="del">
          <ac:chgData name="Tanjila Kanij" userId="82f6d21e-56ed-4ec3-a40e-65f9057cd858" providerId="ADAL" clId="{32BDA878-2AD5-4D18-8B8D-06D5541E8570}" dt="2025-03-11T01:48:33.270" v="206" actId="478"/>
          <ac:picMkLst>
            <pc:docMk/>
            <pc:sldMk cId="1699256587" sldId="268"/>
            <ac:picMk id="9" creationId="{49B7AA39-60BA-B61E-6670-4E5103A33634}"/>
          </ac:picMkLst>
        </pc:picChg>
        <pc:picChg chg="del">
          <ac:chgData name="Tanjila Kanij" userId="82f6d21e-56ed-4ec3-a40e-65f9057cd858" providerId="ADAL" clId="{32BDA878-2AD5-4D18-8B8D-06D5541E8570}" dt="2025-03-11T01:48:34.686" v="207" actId="478"/>
          <ac:picMkLst>
            <pc:docMk/>
            <pc:sldMk cId="1699256587" sldId="268"/>
            <ac:picMk id="11" creationId="{167E6AAB-3BBE-5C71-5F42-5C477521DE97}"/>
          </ac:picMkLst>
        </pc:picChg>
        <pc:picChg chg="del">
          <ac:chgData name="Tanjila Kanij" userId="82f6d21e-56ed-4ec3-a40e-65f9057cd858" providerId="ADAL" clId="{32BDA878-2AD5-4D18-8B8D-06D5541E8570}" dt="2025-03-11T01:48:30.263" v="204" actId="478"/>
          <ac:picMkLst>
            <pc:docMk/>
            <pc:sldMk cId="1699256587" sldId="268"/>
            <ac:picMk id="15" creationId="{DE0EE5FD-541B-779F-A387-2FAB819BEFE7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96866C-4B02-4E19-A514-E2C5BA28C0A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009D3B66-EE72-4078-8BDB-3BFDD9443BB8}">
      <dgm:prSet/>
      <dgm:spPr/>
      <dgm:t>
        <a:bodyPr/>
        <a:lstStyle/>
        <a:p>
          <a:pPr>
            <a:defRPr cap="all"/>
          </a:pPr>
          <a:r>
            <a:rPr lang="en-US"/>
            <a:t>Forming</a:t>
          </a:r>
        </a:p>
      </dgm:t>
    </dgm:pt>
    <dgm:pt modelId="{E2EEEE31-802C-40C8-8919-F954C3E232D3}" type="parTrans" cxnId="{8200BC62-8CEE-4BD3-AD6C-6340D355D12A}">
      <dgm:prSet/>
      <dgm:spPr/>
      <dgm:t>
        <a:bodyPr/>
        <a:lstStyle/>
        <a:p>
          <a:endParaRPr lang="en-US"/>
        </a:p>
      </dgm:t>
    </dgm:pt>
    <dgm:pt modelId="{D8396353-7C2A-45D3-A78A-64B3E9159226}" type="sibTrans" cxnId="{8200BC62-8CEE-4BD3-AD6C-6340D355D12A}">
      <dgm:prSet/>
      <dgm:spPr/>
      <dgm:t>
        <a:bodyPr/>
        <a:lstStyle/>
        <a:p>
          <a:endParaRPr lang="en-US"/>
        </a:p>
      </dgm:t>
    </dgm:pt>
    <dgm:pt modelId="{585456FA-E6EC-4A38-A3DB-93BF54CD4F82}">
      <dgm:prSet/>
      <dgm:spPr/>
      <dgm:t>
        <a:bodyPr/>
        <a:lstStyle/>
        <a:p>
          <a:pPr>
            <a:defRPr cap="all"/>
          </a:pPr>
          <a:r>
            <a:rPr lang="en-US"/>
            <a:t>Storming </a:t>
          </a:r>
        </a:p>
      </dgm:t>
    </dgm:pt>
    <dgm:pt modelId="{7B31F9EB-061B-40E4-8A50-61F5BFC36269}" type="parTrans" cxnId="{946E8F76-9C04-4D1C-8130-2BE5E8BBBB5B}">
      <dgm:prSet/>
      <dgm:spPr/>
      <dgm:t>
        <a:bodyPr/>
        <a:lstStyle/>
        <a:p>
          <a:endParaRPr lang="en-US"/>
        </a:p>
      </dgm:t>
    </dgm:pt>
    <dgm:pt modelId="{9517BCB4-5E41-40CD-953A-B52C4E363A31}" type="sibTrans" cxnId="{946E8F76-9C04-4D1C-8130-2BE5E8BBBB5B}">
      <dgm:prSet/>
      <dgm:spPr/>
      <dgm:t>
        <a:bodyPr/>
        <a:lstStyle/>
        <a:p>
          <a:endParaRPr lang="en-US"/>
        </a:p>
      </dgm:t>
    </dgm:pt>
    <dgm:pt modelId="{2CFB1977-809E-4ACD-97AE-C4B96FF464FF}">
      <dgm:prSet/>
      <dgm:spPr/>
      <dgm:t>
        <a:bodyPr/>
        <a:lstStyle/>
        <a:p>
          <a:pPr>
            <a:defRPr cap="all"/>
          </a:pPr>
          <a:r>
            <a:rPr lang="en-US"/>
            <a:t>Norming</a:t>
          </a:r>
        </a:p>
      </dgm:t>
    </dgm:pt>
    <dgm:pt modelId="{BE80D7C4-C4F3-488E-BC11-4073E43C37DB}" type="parTrans" cxnId="{B3443B6B-8F0A-4255-90BB-0CB8D8563C73}">
      <dgm:prSet/>
      <dgm:spPr/>
      <dgm:t>
        <a:bodyPr/>
        <a:lstStyle/>
        <a:p>
          <a:endParaRPr lang="en-US"/>
        </a:p>
      </dgm:t>
    </dgm:pt>
    <dgm:pt modelId="{7A5F6ABE-374E-45AC-89D7-238B073E1E7C}" type="sibTrans" cxnId="{B3443B6B-8F0A-4255-90BB-0CB8D8563C73}">
      <dgm:prSet/>
      <dgm:spPr/>
      <dgm:t>
        <a:bodyPr/>
        <a:lstStyle/>
        <a:p>
          <a:endParaRPr lang="en-US"/>
        </a:p>
      </dgm:t>
    </dgm:pt>
    <dgm:pt modelId="{AF527CE6-A7F7-423F-BC57-E51C54108B2C}">
      <dgm:prSet/>
      <dgm:spPr/>
      <dgm:t>
        <a:bodyPr/>
        <a:lstStyle/>
        <a:p>
          <a:pPr>
            <a:defRPr cap="all"/>
          </a:pPr>
          <a:r>
            <a:rPr lang="en-US"/>
            <a:t>Performing</a:t>
          </a:r>
        </a:p>
      </dgm:t>
    </dgm:pt>
    <dgm:pt modelId="{AD5AD407-50F6-45A1-B42E-34DC8AC8C3E3}" type="parTrans" cxnId="{A2D00205-F824-4EBA-BF8B-C2713DE47952}">
      <dgm:prSet/>
      <dgm:spPr/>
      <dgm:t>
        <a:bodyPr/>
        <a:lstStyle/>
        <a:p>
          <a:endParaRPr lang="en-US"/>
        </a:p>
      </dgm:t>
    </dgm:pt>
    <dgm:pt modelId="{864FD07E-6762-4CB1-B30F-2EFA3C6B62F1}" type="sibTrans" cxnId="{A2D00205-F824-4EBA-BF8B-C2713DE47952}">
      <dgm:prSet/>
      <dgm:spPr/>
      <dgm:t>
        <a:bodyPr/>
        <a:lstStyle/>
        <a:p>
          <a:endParaRPr lang="en-US"/>
        </a:p>
      </dgm:t>
    </dgm:pt>
    <dgm:pt modelId="{152DD069-71E0-4995-8201-7AA2896AAAFF}">
      <dgm:prSet/>
      <dgm:spPr/>
      <dgm:t>
        <a:bodyPr/>
        <a:lstStyle/>
        <a:p>
          <a:pPr>
            <a:defRPr cap="all"/>
          </a:pPr>
          <a:r>
            <a:rPr lang="en-US"/>
            <a:t>Adjourning</a:t>
          </a:r>
        </a:p>
      </dgm:t>
    </dgm:pt>
    <dgm:pt modelId="{E5773E0F-E5BB-48F5-BD90-D8A3B59B26E2}" type="parTrans" cxnId="{5B3D853A-C855-4030-A78C-C96AEEAEDDB0}">
      <dgm:prSet/>
      <dgm:spPr/>
      <dgm:t>
        <a:bodyPr/>
        <a:lstStyle/>
        <a:p>
          <a:endParaRPr lang="en-US"/>
        </a:p>
      </dgm:t>
    </dgm:pt>
    <dgm:pt modelId="{1F179D0A-14F2-4A50-B4CD-AD5DF9E5A6E9}" type="sibTrans" cxnId="{5B3D853A-C855-4030-A78C-C96AEEAEDDB0}">
      <dgm:prSet/>
      <dgm:spPr/>
      <dgm:t>
        <a:bodyPr/>
        <a:lstStyle/>
        <a:p>
          <a:endParaRPr lang="en-US"/>
        </a:p>
      </dgm:t>
    </dgm:pt>
    <dgm:pt modelId="{F2509E1A-BD58-44DD-A78D-B6DA0EC986F1}" type="pres">
      <dgm:prSet presAssocID="{B996866C-4B02-4E19-A514-E2C5BA28C0AA}" presName="root" presStyleCnt="0">
        <dgm:presLayoutVars>
          <dgm:dir/>
          <dgm:resizeHandles val="exact"/>
        </dgm:presLayoutVars>
      </dgm:prSet>
      <dgm:spPr/>
    </dgm:pt>
    <dgm:pt modelId="{8BD70BA9-DB8D-45B8-AC3C-827BC1FF6ED7}" type="pres">
      <dgm:prSet presAssocID="{009D3B66-EE72-4078-8BDB-3BFDD9443BB8}" presName="compNode" presStyleCnt="0"/>
      <dgm:spPr/>
    </dgm:pt>
    <dgm:pt modelId="{6CFC1882-F93A-4D8D-966C-09F108242C68}" type="pres">
      <dgm:prSet presAssocID="{009D3B66-EE72-4078-8BDB-3BFDD9443BB8}" presName="iconBgRect" presStyleLbl="bgShp" presStyleIdx="0" presStyleCnt="5"/>
      <dgm:spPr/>
    </dgm:pt>
    <dgm:pt modelId="{E5D8CF7C-1FF2-4919-93AF-DF09199BE1A3}" type="pres">
      <dgm:prSet presAssocID="{009D3B66-EE72-4078-8BDB-3BFDD9443BB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mboo"/>
        </a:ext>
      </dgm:extLst>
    </dgm:pt>
    <dgm:pt modelId="{06B7C689-F0B8-472E-93AD-32E9390CDDD3}" type="pres">
      <dgm:prSet presAssocID="{009D3B66-EE72-4078-8BDB-3BFDD9443BB8}" presName="spaceRect" presStyleCnt="0"/>
      <dgm:spPr/>
    </dgm:pt>
    <dgm:pt modelId="{EF0EAD79-BA5A-497D-8C03-3E27324806EA}" type="pres">
      <dgm:prSet presAssocID="{009D3B66-EE72-4078-8BDB-3BFDD9443BB8}" presName="textRect" presStyleLbl="revTx" presStyleIdx="0" presStyleCnt="5">
        <dgm:presLayoutVars>
          <dgm:chMax val="1"/>
          <dgm:chPref val="1"/>
        </dgm:presLayoutVars>
      </dgm:prSet>
      <dgm:spPr/>
    </dgm:pt>
    <dgm:pt modelId="{3904BC02-5DCF-4D1A-AC88-BAC29ECD36FD}" type="pres">
      <dgm:prSet presAssocID="{D8396353-7C2A-45D3-A78A-64B3E9159226}" presName="sibTrans" presStyleCnt="0"/>
      <dgm:spPr/>
    </dgm:pt>
    <dgm:pt modelId="{D7FA6343-F2FC-40A9-9DE3-6D496A63C558}" type="pres">
      <dgm:prSet presAssocID="{585456FA-E6EC-4A38-A3DB-93BF54CD4F82}" presName="compNode" presStyleCnt="0"/>
      <dgm:spPr/>
    </dgm:pt>
    <dgm:pt modelId="{23162A4D-915A-4C1D-8A86-FCED511D1461}" type="pres">
      <dgm:prSet presAssocID="{585456FA-E6EC-4A38-A3DB-93BF54CD4F82}" presName="iconBgRect" presStyleLbl="bgShp" presStyleIdx="1" presStyleCnt="5"/>
      <dgm:spPr/>
    </dgm:pt>
    <dgm:pt modelId="{CB22E1D0-069F-4978-952B-D362DC3C832A}" type="pres">
      <dgm:prSet presAssocID="{585456FA-E6EC-4A38-A3DB-93BF54CD4F8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98AA1046-8F3E-4746-B7E0-46AE3193B82A}" type="pres">
      <dgm:prSet presAssocID="{585456FA-E6EC-4A38-A3DB-93BF54CD4F82}" presName="spaceRect" presStyleCnt="0"/>
      <dgm:spPr/>
    </dgm:pt>
    <dgm:pt modelId="{52BCCD68-BCB0-400E-929A-1CD1630FA8DC}" type="pres">
      <dgm:prSet presAssocID="{585456FA-E6EC-4A38-A3DB-93BF54CD4F82}" presName="textRect" presStyleLbl="revTx" presStyleIdx="1" presStyleCnt="5">
        <dgm:presLayoutVars>
          <dgm:chMax val="1"/>
          <dgm:chPref val="1"/>
        </dgm:presLayoutVars>
      </dgm:prSet>
      <dgm:spPr/>
    </dgm:pt>
    <dgm:pt modelId="{5AD1F78A-0C86-4523-A9E6-E81D631DA4AB}" type="pres">
      <dgm:prSet presAssocID="{9517BCB4-5E41-40CD-953A-B52C4E363A31}" presName="sibTrans" presStyleCnt="0"/>
      <dgm:spPr/>
    </dgm:pt>
    <dgm:pt modelId="{F5D10510-45ED-4372-9F90-6772E2F0FBDF}" type="pres">
      <dgm:prSet presAssocID="{2CFB1977-809E-4ACD-97AE-C4B96FF464FF}" presName="compNode" presStyleCnt="0"/>
      <dgm:spPr/>
    </dgm:pt>
    <dgm:pt modelId="{48846831-6646-4B5F-9D3D-67F129BABACA}" type="pres">
      <dgm:prSet presAssocID="{2CFB1977-809E-4ACD-97AE-C4B96FF464FF}" presName="iconBgRect" presStyleLbl="bgShp" presStyleIdx="2" presStyleCnt="5"/>
      <dgm:spPr/>
    </dgm:pt>
    <dgm:pt modelId="{C358FF8E-0EC0-40CE-9978-AF71366D5898}" type="pres">
      <dgm:prSet presAssocID="{2CFB1977-809E-4ACD-97AE-C4B96FF464F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033EE953-5E54-42C4-A364-92885D102C2A}" type="pres">
      <dgm:prSet presAssocID="{2CFB1977-809E-4ACD-97AE-C4B96FF464FF}" presName="spaceRect" presStyleCnt="0"/>
      <dgm:spPr/>
    </dgm:pt>
    <dgm:pt modelId="{B0FE2A75-BB1C-42C7-BB43-FB6C38B762C8}" type="pres">
      <dgm:prSet presAssocID="{2CFB1977-809E-4ACD-97AE-C4B96FF464FF}" presName="textRect" presStyleLbl="revTx" presStyleIdx="2" presStyleCnt="5">
        <dgm:presLayoutVars>
          <dgm:chMax val="1"/>
          <dgm:chPref val="1"/>
        </dgm:presLayoutVars>
      </dgm:prSet>
      <dgm:spPr/>
    </dgm:pt>
    <dgm:pt modelId="{C5D223AC-73FD-44E0-87F3-F24DF990E10F}" type="pres">
      <dgm:prSet presAssocID="{7A5F6ABE-374E-45AC-89D7-238B073E1E7C}" presName="sibTrans" presStyleCnt="0"/>
      <dgm:spPr/>
    </dgm:pt>
    <dgm:pt modelId="{38101677-4922-4AB5-8951-17B6754919EB}" type="pres">
      <dgm:prSet presAssocID="{AF527CE6-A7F7-423F-BC57-E51C54108B2C}" presName="compNode" presStyleCnt="0"/>
      <dgm:spPr/>
    </dgm:pt>
    <dgm:pt modelId="{2194AFFB-E1B5-4307-A11C-57C95E643B7B}" type="pres">
      <dgm:prSet presAssocID="{AF527CE6-A7F7-423F-BC57-E51C54108B2C}" presName="iconBgRect" presStyleLbl="bgShp" presStyleIdx="3" presStyleCnt="5"/>
      <dgm:spPr/>
    </dgm:pt>
    <dgm:pt modelId="{BE0AD73A-A82D-4949-8341-281D6447A9B0}" type="pres">
      <dgm:prSet presAssocID="{AF527CE6-A7F7-423F-BC57-E51C54108B2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CE0D3F5E-A90D-47F5-813D-B6FF22E46FEF}" type="pres">
      <dgm:prSet presAssocID="{AF527CE6-A7F7-423F-BC57-E51C54108B2C}" presName="spaceRect" presStyleCnt="0"/>
      <dgm:spPr/>
    </dgm:pt>
    <dgm:pt modelId="{E4F72F24-8909-490C-AB5E-D6E10C947711}" type="pres">
      <dgm:prSet presAssocID="{AF527CE6-A7F7-423F-BC57-E51C54108B2C}" presName="textRect" presStyleLbl="revTx" presStyleIdx="3" presStyleCnt="5">
        <dgm:presLayoutVars>
          <dgm:chMax val="1"/>
          <dgm:chPref val="1"/>
        </dgm:presLayoutVars>
      </dgm:prSet>
      <dgm:spPr/>
    </dgm:pt>
    <dgm:pt modelId="{F4B85578-ECCB-446E-8B9A-196C36627656}" type="pres">
      <dgm:prSet presAssocID="{864FD07E-6762-4CB1-B30F-2EFA3C6B62F1}" presName="sibTrans" presStyleCnt="0"/>
      <dgm:spPr/>
    </dgm:pt>
    <dgm:pt modelId="{878B87AD-B8EB-4111-ACB0-72817F9139FA}" type="pres">
      <dgm:prSet presAssocID="{152DD069-71E0-4995-8201-7AA2896AAAFF}" presName="compNode" presStyleCnt="0"/>
      <dgm:spPr/>
    </dgm:pt>
    <dgm:pt modelId="{C6A92C11-9421-4D39-98EE-037BDFF325B0}" type="pres">
      <dgm:prSet presAssocID="{152DD069-71E0-4995-8201-7AA2896AAAFF}" presName="iconBgRect" presStyleLbl="bgShp" presStyleIdx="4" presStyleCnt="5"/>
      <dgm:spPr/>
    </dgm:pt>
    <dgm:pt modelId="{A451161D-B49B-4269-A4F6-43F62D2C485E}" type="pres">
      <dgm:prSet presAssocID="{152DD069-71E0-4995-8201-7AA2896AAAF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BB5225F-7314-43FF-972D-44778C1BBC3E}" type="pres">
      <dgm:prSet presAssocID="{152DD069-71E0-4995-8201-7AA2896AAAFF}" presName="spaceRect" presStyleCnt="0"/>
      <dgm:spPr/>
    </dgm:pt>
    <dgm:pt modelId="{624751EA-08C1-4DC7-8D39-3C355993AEA3}" type="pres">
      <dgm:prSet presAssocID="{152DD069-71E0-4995-8201-7AA2896AAAF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2D00205-F824-4EBA-BF8B-C2713DE47952}" srcId="{B996866C-4B02-4E19-A514-E2C5BA28C0AA}" destId="{AF527CE6-A7F7-423F-BC57-E51C54108B2C}" srcOrd="3" destOrd="0" parTransId="{AD5AD407-50F6-45A1-B42E-34DC8AC8C3E3}" sibTransId="{864FD07E-6762-4CB1-B30F-2EFA3C6B62F1}"/>
    <dgm:cxn modelId="{96947035-A8C1-41D4-8075-BACD1B3DB046}" type="presOf" srcId="{AF527CE6-A7F7-423F-BC57-E51C54108B2C}" destId="{E4F72F24-8909-490C-AB5E-D6E10C947711}" srcOrd="0" destOrd="0" presId="urn:microsoft.com/office/officeart/2018/5/layout/IconCircleLabelList"/>
    <dgm:cxn modelId="{5B3D853A-C855-4030-A78C-C96AEEAEDDB0}" srcId="{B996866C-4B02-4E19-A514-E2C5BA28C0AA}" destId="{152DD069-71E0-4995-8201-7AA2896AAAFF}" srcOrd="4" destOrd="0" parTransId="{E5773E0F-E5BB-48F5-BD90-D8A3B59B26E2}" sibTransId="{1F179D0A-14F2-4A50-B4CD-AD5DF9E5A6E9}"/>
    <dgm:cxn modelId="{8200BC62-8CEE-4BD3-AD6C-6340D355D12A}" srcId="{B996866C-4B02-4E19-A514-E2C5BA28C0AA}" destId="{009D3B66-EE72-4078-8BDB-3BFDD9443BB8}" srcOrd="0" destOrd="0" parTransId="{E2EEEE31-802C-40C8-8919-F954C3E232D3}" sibTransId="{D8396353-7C2A-45D3-A78A-64B3E9159226}"/>
    <dgm:cxn modelId="{B3443B6B-8F0A-4255-90BB-0CB8D8563C73}" srcId="{B996866C-4B02-4E19-A514-E2C5BA28C0AA}" destId="{2CFB1977-809E-4ACD-97AE-C4B96FF464FF}" srcOrd="2" destOrd="0" parTransId="{BE80D7C4-C4F3-488E-BC11-4073E43C37DB}" sibTransId="{7A5F6ABE-374E-45AC-89D7-238B073E1E7C}"/>
    <dgm:cxn modelId="{946E8F76-9C04-4D1C-8130-2BE5E8BBBB5B}" srcId="{B996866C-4B02-4E19-A514-E2C5BA28C0AA}" destId="{585456FA-E6EC-4A38-A3DB-93BF54CD4F82}" srcOrd="1" destOrd="0" parTransId="{7B31F9EB-061B-40E4-8A50-61F5BFC36269}" sibTransId="{9517BCB4-5E41-40CD-953A-B52C4E363A31}"/>
    <dgm:cxn modelId="{80FA068B-32B1-4976-8F60-6E059653113E}" type="presOf" srcId="{585456FA-E6EC-4A38-A3DB-93BF54CD4F82}" destId="{52BCCD68-BCB0-400E-929A-1CD1630FA8DC}" srcOrd="0" destOrd="0" presId="urn:microsoft.com/office/officeart/2018/5/layout/IconCircleLabelList"/>
    <dgm:cxn modelId="{5D414AA8-9871-4B3A-9697-9D1F0BF2366C}" type="presOf" srcId="{2CFB1977-809E-4ACD-97AE-C4B96FF464FF}" destId="{B0FE2A75-BB1C-42C7-BB43-FB6C38B762C8}" srcOrd="0" destOrd="0" presId="urn:microsoft.com/office/officeart/2018/5/layout/IconCircleLabelList"/>
    <dgm:cxn modelId="{69836CE0-20C9-4071-8034-38DE04630A19}" type="presOf" srcId="{009D3B66-EE72-4078-8BDB-3BFDD9443BB8}" destId="{EF0EAD79-BA5A-497D-8C03-3E27324806EA}" srcOrd="0" destOrd="0" presId="urn:microsoft.com/office/officeart/2018/5/layout/IconCircleLabelList"/>
    <dgm:cxn modelId="{941E57E7-521C-48B6-A9BF-4C2E383288BC}" type="presOf" srcId="{B996866C-4B02-4E19-A514-E2C5BA28C0AA}" destId="{F2509E1A-BD58-44DD-A78D-B6DA0EC986F1}" srcOrd="0" destOrd="0" presId="urn:microsoft.com/office/officeart/2018/5/layout/IconCircleLabelList"/>
    <dgm:cxn modelId="{BC7DF9FC-61CC-4F28-BEDF-FD800AF1F69E}" type="presOf" srcId="{152DD069-71E0-4995-8201-7AA2896AAAFF}" destId="{624751EA-08C1-4DC7-8D39-3C355993AEA3}" srcOrd="0" destOrd="0" presId="urn:microsoft.com/office/officeart/2018/5/layout/IconCircleLabelList"/>
    <dgm:cxn modelId="{9E74900B-D7C5-46F1-99C1-722301E8EB28}" type="presParOf" srcId="{F2509E1A-BD58-44DD-A78D-B6DA0EC986F1}" destId="{8BD70BA9-DB8D-45B8-AC3C-827BC1FF6ED7}" srcOrd="0" destOrd="0" presId="urn:microsoft.com/office/officeart/2018/5/layout/IconCircleLabelList"/>
    <dgm:cxn modelId="{2201164B-BB68-43B2-8593-4110663D6F6B}" type="presParOf" srcId="{8BD70BA9-DB8D-45B8-AC3C-827BC1FF6ED7}" destId="{6CFC1882-F93A-4D8D-966C-09F108242C68}" srcOrd="0" destOrd="0" presId="urn:microsoft.com/office/officeart/2018/5/layout/IconCircleLabelList"/>
    <dgm:cxn modelId="{E5C298CC-ADF2-47B0-ACC1-DE4BE5F76B7D}" type="presParOf" srcId="{8BD70BA9-DB8D-45B8-AC3C-827BC1FF6ED7}" destId="{E5D8CF7C-1FF2-4919-93AF-DF09199BE1A3}" srcOrd="1" destOrd="0" presId="urn:microsoft.com/office/officeart/2018/5/layout/IconCircleLabelList"/>
    <dgm:cxn modelId="{DD351549-7BC0-44E5-84AF-F3AC4D321BF1}" type="presParOf" srcId="{8BD70BA9-DB8D-45B8-AC3C-827BC1FF6ED7}" destId="{06B7C689-F0B8-472E-93AD-32E9390CDDD3}" srcOrd="2" destOrd="0" presId="urn:microsoft.com/office/officeart/2018/5/layout/IconCircleLabelList"/>
    <dgm:cxn modelId="{3C4A4C2A-20B1-4CA5-B9EF-25A6BFDBC74E}" type="presParOf" srcId="{8BD70BA9-DB8D-45B8-AC3C-827BC1FF6ED7}" destId="{EF0EAD79-BA5A-497D-8C03-3E27324806EA}" srcOrd="3" destOrd="0" presId="urn:microsoft.com/office/officeart/2018/5/layout/IconCircleLabelList"/>
    <dgm:cxn modelId="{5EE1E137-D5A0-4FAD-B38E-871F8A346B1A}" type="presParOf" srcId="{F2509E1A-BD58-44DD-A78D-B6DA0EC986F1}" destId="{3904BC02-5DCF-4D1A-AC88-BAC29ECD36FD}" srcOrd="1" destOrd="0" presId="urn:microsoft.com/office/officeart/2018/5/layout/IconCircleLabelList"/>
    <dgm:cxn modelId="{9D2C3F8E-2469-4B94-A4B6-AB0566177F8D}" type="presParOf" srcId="{F2509E1A-BD58-44DD-A78D-B6DA0EC986F1}" destId="{D7FA6343-F2FC-40A9-9DE3-6D496A63C558}" srcOrd="2" destOrd="0" presId="urn:microsoft.com/office/officeart/2018/5/layout/IconCircleLabelList"/>
    <dgm:cxn modelId="{A7657A53-470A-49ED-AB28-982625CAB597}" type="presParOf" srcId="{D7FA6343-F2FC-40A9-9DE3-6D496A63C558}" destId="{23162A4D-915A-4C1D-8A86-FCED511D1461}" srcOrd="0" destOrd="0" presId="urn:microsoft.com/office/officeart/2018/5/layout/IconCircleLabelList"/>
    <dgm:cxn modelId="{B7C8EA2D-D933-47ED-A861-CFF2218EB3C2}" type="presParOf" srcId="{D7FA6343-F2FC-40A9-9DE3-6D496A63C558}" destId="{CB22E1D0-069F-4978-952B-D362DC3C832A}" srcOrd="1" destOrd="0" presId="urn:microsoft.com/office/officeart/2018/5/layout/IconCircleLabelList"/>
    <dgm:cxn modelId="{D7EECD06-EC17-4636-8A8D-CC3774F77A5A}" type="presParOf" srcId="{D7FA6343-F2FC-40A9-9DE3-6D496A63C558}" destId="{98AA1046-8F3E-4746-B7E0-46AE3193B82A}" srcOrd="2" destOrd="0" presId="urn:microsoft.com/office/officeart/2018/5/layout/IconCircleLabelList"/>
    <dgm:cxn modelId="{539CACE4-A2BA-4F74-8269-726E1A6872B5}" type="presParOf" srcId="{D7FA6343-F2FC-40A9-9DE3-6D496A63C558}" destId="{52BCCD68-BCB0-400E-929A-1CD1630FA8DC}" srcOrd="3" destOrd="0" presId="urn:microsoft.com/office/officeart/2018/5/layout/IconCircleLabelList"/>
    <dgm:cxn modelId="{7673022C-7F66-4FF7-8344-132CE2C8C21D}" type="presParOf" srcId="{F2509E1A-BD58-44DD-A78D-B6DA0EC986F1}" destId="{5AD1F78A-0C86-4523-A9E6-E81D631DA4AB}" srcOrd="3" destOrd="0" presId="urn:microsoft.com/office/officeart/2018/5/layout/IconCircleLabelList"/>
    <dgm:cxn modelId="{EA8F300D-8785-4E35-979F-3E1D02B923DA}" type="presParOf" srcId="{F2509E1A-BD58-44DD-A78D-B6DA0EC986F1}" destId="{F5D10510-45ED-4372-9F90-6772E2F0FBDF}" srcOrd="4" destOrd="0" presId="urn:microsoft.com/office/officeart/2018/5/layout/IconCircleLabelList"/>
    <dgm:cxn modelId="{60D44619-4684-44CE-B682-E3D192E9773A}" type="presParOf" srcId="{F5D10510-45ED-4372-9F90-6772E2F0FBDF}" destId="{48846831-6646-4B5F-9D3D-67F129BABACA}" srcOrd="0" destOrd="0" presId="urn:microsoft.com/office/officeart/2018/5/layout/IconCircleLabelList"/>
    <dgm:cxn modelId="{ABF464DB-C0AE-4307-951A-DF2425F4A329}" type="presParOf" srcId="{F5D10510-45ED-4372-9F90-6772E2F0FBDF}" destId="{C358FF8E-0EC0-40CE-9978-AF71366D5898}" srcOrd="1" destOrd="0" presId="urn:microsoft.com/office/officeart/2018/5/layout/IconCircleLabelList"/>
    <dgm:cxn modelId="{CDD97144-005F-47F1-B791-47F75BB271EE}" type="presParOf" srcId="{F5D10510-45ED-4372-9F90-6772E2F0FBDF}" destId="{033EE953-5E54-42C4-A364-92885D102C2A}" srcOrd="2" destOrd="0" presId="urn:microsoft.com/office/officeart/2018/5/layout/IconCircleLabelList"/>
    <dgm:cxn modelId="{AB4EEBBC-C02E-4182-ACDD-E6990E3F2B12}" type="presParOf" srcId="{F5D10510-45ED-4372-9F90-6772E2F0FBDF}" destId="{B0FE2A75-BB1C-42C7-BB43-FB6C38B762C8}" srcOrd="3" destOrd="0" presId="urn:microsoft.com/office/officeart/2018/5/layout/IconCircleLabelList"/>
    <dgm:cxn modelId="{04FDA45B-74F6-4821-9540-BA201E45B50E}" type="presParOf" srcId="{F2509E1A-BD58-44DD-A78D-B6DA0EC986F1}" destId="{C5D223AC-73FD-44E0-87F3-F24DF990E10F}" srcOrd="5" destOrd="0" presId="urn:microsoft.com/office/officeart/2018/5/layout/IconCircleLabelList"/>
    <dgm:cxn modelId="{D54E83EA-4EC5-4C4B-A9CF-9BFA093C5340}" type="presParOf" srcId="{F2509E1A-BD58-44DD-A78D-B6DA0EC986F1}" destId="{38101677-4922-4AB5-8951-17B6754919EB}" srcOrd="6" destOrd="0" presId="urn:microsoft.com/office/officeart/2018/5/layout/IconCircleLabelList"/>
    <dgm:cxn modelId="{A238FEC4-9979-4EDF-A6E8-141F5CACDFC0}" type="presParOf" srcId="{38101677-4922-4AB5-8951-17B6754919EB}" destId="{2194AFFB-E1B5-4307-A11C-57C95E643B7B}" srcOrd="0" destOrd="0" presId="urn:microsoft.com/office/officeart/2018/5/layout/IconCircleLabelList"/>
    <dgm:cxn modelId="{AB3D05D5-D3F6-46CE-AD75-2A3D87878D20}" type="presParOf" srcId="{38101677-4922-4AB5-8951-17B6754919EB}" destId="{BE0AD73A-A82D-4949-8341-281D6447A9B0}" srcOrd="1" destOrd="0" presId="urn:microsoft.com/office/officeart/2018/5/layout/IconCircleLabelList"/>
    <dgm:cxn modelId="{0DB78F2E-B535-41B9-93D8-154F95CA8E2E}" type="presParOf" srcId="{38101677-4922-4AB5-8951-17B6754919EB}" destId="{CE0D3F5E-A90D-47F5-813D-B6FF22E46FEF}" srcOrd="2" destOrd="0" presId="urn:microsoft.com/office/officeart/2018/5/layout/IconCircleLabelList"/>
    <dgm:cxn modelId="{FDC871E4-1D59-4855-A0AA-820E7D4C234C}" type="presParOf" srcId="{38101677-4922-4AB5-8951-17B6754919EB}" destId="{E4F72F24-8909-490C-AB5E-D6E10C947711}" srcOrd="3" destOrd="0" presId="urn:microsoft.com/office/officeart/2018/5/layout/IconCircleLabelList"/>
    <dgm:cxn modelId="{6A8DE70C-7DDA-43D3-A29C-4D7D7EB12082}" type="presParOf" srcId="{F2509E1A-BD58-44DD-A78D-B6DA0EC986F1}" destId="{F4B85578-ECCB-446E-8B9A-196C36627656}" srcOrd="7" destOrd="0" presId="urn:microsoft.com/office/officeart/2018/5/layout/IconCircleLabelList"/>
    <dgm:cxn modelId="{4B9300A6-8482-4AC5-B9A6-10AC40E205C7}" type="presParOf" srcId="{F2509E1A-BD58-44DD-A78D-B6DA0EC986F1}" destId="{878B87AD-B8EB-4111-ACB0-72817F9139FA}" srcOrd="8" destOrd="0" presId="urn:microsoft.com/office/officeart/2018/5/layout/IconCircleLabelList"/>
    <dgm:cxn modelId="{3DAC38E4-F208-4304-AD43-E8AE8740040E}" type="presParOf" srcId="{878B87AD-B8EB-4111-ACB0-72817F9139FA}" destId="{C6A92C11-9421-4D39-98EE-037BDFF325B0}" srcOrd="0" destOrd="0" presId="urn:microsoft.com/office/officeart/2018/5/layout/IconCircleLabelList"/>
    <dgm:cxn modelId="{73932046-6992-4D2A-94BD-77DEF2263A53}" type="presParOf" srcId="{878B87AD-B8EB-4111-ACB0-72817F9139FA}" destId="{A451161D-B49B-4269-A4F6-43F62D2C485E}" srcOrd="1" destOrd="0" presId="urn:microsoft.com/office/officeart/2018/5/layout/IconCircleLabelList"/>
    <dgm:cxn modelId="{C02FBC44-3615-4966-85AB-676B44D849F7}" type="presParOf" srcId="{878B87AD-B8EB-4111-ACB0-72817F9139FA}" destId="{CBB5225F-7314-43FF-972D-44778C1BBC3E}" srcOrd="2" destOrd="0" presId="urn:microsoft.com/office/officeart/2018/5/layout/IconCircleLabelList"/>
    <dgm:cxn modelId="{D827E5BE-55EA-4D6E-9246-A78F60DDCBA8}" type="presParOf" srcId="{878B87AD-B8EB-4111-ACB0-72817F9139FA}" destId="{624751EA-08C1-4DC7-8D39-3C355993AE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CE3851-198F-4E77-B36C-347508E2B9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286CE1C8-3498-42A7-9153-DE68F2D2EF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</a:t>
          </a:r>
        </a:p>
      </dgm:t>
    </dgm:pt>
    <dgm:pt modelId="{0912CE63-3480-4671-923C-5C547A1C2702}" type="parTrans" cxnId="{F7B33A2A-338B-4E40-A656-106317A9C6D5}">
      <dgm:prSet/>
      <dgm:spPr/>
      <dgm:t>
        <a:bodyPr/>
        <a:lstStyle/>
        <a:p>
          <a:endParaRPr lang="en-US"/>
        </a:p>
      </dgm:t>
    </dgm:pt>
    <dgm:pt modelId="{4A6E2EB4-602D-494C-A604-673866525A56}" type="sibTrans" cxnId="{F7B33A2A-338B-4E40-A656-106317A9C6D5}">
      <dgm:prSet/>
      <dgm:spPr/>
      <dgm:t>
        <a:bodyPr/>
        <a:lstStyle/>
        <a:p>
          <a:endParaRPr lang="en-US"/>
        </a:p>
      </dgm:t>
    </dgm:pt>
    <dgm:pt modelId="{FFC59878-3989-41D0-B788-BF1B712539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it’s urgent and important: do it now</a:t>
          </a:r>
        </a:p>
      </dgm:t>
    </dgm:pt>
    <dgm:pt modelId="{1A893690-BFE0-42F0-B46D-FE192E298CE6}" type="parTrans" cxnId="{CC414268-3F87-4122-800C-EF5EA9A39D1F}">
      <dgm:prSet/>
      <dgm:spPr/>
      <dgm:t>
        <a:bodyPr/>
        <a:lstStyle/>
        <a:p>
          <a:endParaRPr lang="en-US"/>
        </a:p>
      </dgm:t>
    </dgm:pt>
    <dgm:pt modelId="{22190BF5-CCDA-4C8C-A1A2-A2E77CBEA51E}" type="sibTrans" cxnId="{CC414268-3F87-4122-800C-EF5EA9A39D1F}">
      <dgm:prSet/>
      <dgm:spPr/>
      <dgm:t>
        <a:bodyPr/>
        <a:lstStyle/>
        <a:p>
          <a:endParaRPr lang="en-US"/>
        </a:p>
      </dgm:t>
    </dgm:pt>
    <dgm:pt modelId="{3072DC63-7BE9-482C-8EA2-CD993B54DB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Delegate</a:t>
          </a:r>
        </a:p>
      </dgm:t>
    </dgm:pt>
    <dgm:pt modelId="{AD090EF9-4B0D-4A70-AE91-EAA58DE365EF}" type="parTrans" cxnId="{4173E8A3-4E76-4E56-9B73-8AC270498099}">
      <dgm:prSet/>
      <dgm:spPr/>
      <dgm:t>
        <a:bodyPr/>
        <a:lstStyle/>
        <a:p>
          <a:endParaRPr lang="en-US"/>
        </a:p>
      </dgm:t>
    </dgm:pt>
    <dgm:pt modelId="{3AD03382-FC3B-4168-988C-B11C9B1C8832}" type="sibTrans" cxnId="{4173E8A3-4E76-4E56-9B73-8AC270498099}">
      <dgm:prSet/>
      <dgm:spPr/>
      <dgm:t>
        <a:bodyPr/>
        <a:lstStyle/>
        <a:p>
          <a:endParaRPr lang="en-US"/>
        </a:p>
      </dgm:t>
    </dgm:pt>
    <dgm:pt modelId="{B91D39CA-7065-431A-BE52-4F6AAF9A17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it’s urgent and not important: delegate to someone else</a:t>
          </a:r>
        </a:p>
      </dgm:t>
    </dgm:pt>
    <dgm:pt modelId="{A6E66F96-3AAC-49B7-8D4F-B9CEE4E0CBBC}" type="parTrans" cxnId="{9D531DFE-C81E-4700-80A4-702264B22F8D}">
      <dgm:prSet/>
      <dgm:spPr/>
      <dgm:t>
        <a:bodyPr/>
        <a:lstStyle/>
        <a:p>
          <a:endParaRPr lang="en-US"/>
        </a:p>
      </dgm:t>
    </dgm:pt>
    <dgm:pt modelId="{580553AF-F32A-40F6-8531-96F66F3EED14}" type="sibTrans" cxnId="{9D531DFE-C81E-4700-80A4-702264B22F8D}">
      <dgm:prSet/>
      <dgm:spPr/>
      <dgm:t>
        <a:bodyPr/>
        <a:lstStyle/>
        <a:p>
          <a:endParaRPr lang="en-US"/>
        </a:p>
      </dgm:t>
    </dgm:pt>
    <dgm:pt modelId="{09A4E306-248F-4B16-826B-A6191D4412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Schedule</a:t>
          </a:r>
        </a:p>
      </dgm:t>
    </dgm:pt>
    <dgm:pt modelId="{09CB63FF-64FC-4E37-B9CD-750A4CD61AE7}" type="parTrans" cxnId="{7A37C5D9-6A18-46EA-B2C6-7DDAD6762DBE}">
      <dgm:prSet/>
      <dgm:spPr/>
      <dgm:t>
        <a:bodyPr/>
        <a:lstStyle/>
        <a:p>
          <a:endParaRPr lang="en-US"/>
        </a:p>
      </dgm:t>
    </dgm:pt>
    <dgm:pt modelId="{376E2E1C-3951-4F77-A82C-1DE0C7ECFD63}" type="sibTrans" cxnId="{7A37C5D9-6A18-46EA-B2C6-7DDAD6762DBE}">
      <dgm:prSet/>
      <dgm:spPr/>
      <dgm:t>
        <a:bodyPr/>
        <a:lstStyle/>
        <a:p>
          <a:endParaRPr lang="en-US"/>
        </a:p>
      </dgm:t>
    </dgm:pt>
    <dgm:pt modelId="{9A40329B-099D-4495-BC57-2E0725FEE7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it’s not urgent but it is important: schedule a time to do it later</a:t>
          </a:r>
        </a:p>
      </dgm:t>
    </dgm:pt>
    <dgm:pt modelId="{BACC9004-429B-48AA-A73E-F7BB43123D96}" type="parTrans" cxnId="{D8C77AA9-1D7D-432F-8E3F-C4F4EBF10FBB}">
      <dgm:prSet/>
      <dgm:spPr/>
      <dgm:t>
        <a:bodyPr/>
        <a:lstStyle/>
        <a:p>
          <a:endParaRPr lang="en-US"/>
        </a:p>
      </dgm:t>
    </dgm:pt>
    <dgm:pt modelId="{02B71342-DB49-4B21-81DB-7AA4C8AF1797}" type="sibTrans" cxnId="{D8C77AA9-1D7D-432F-8E3F-C4F4EBF10FBB}">
      <dgm:prSet/>
      <dgm:spPr/>
      <dgm:t>
        <a:bodyPr/>
        <a:lstStyle/>
        <a:p>
          <a:endParaRPr lang="en-US"/>
        </a:p>
      </dgm:t>
    </dgm:pt>
    <dgm:pt modelId="{31D75CCB-0FCD-41AA-8580-433EE2F7B8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Forget about</a:t>
          </a:r>
        </a:p>
      </dgm:t>
    </dgm:pt>
    <dgm:pt modelId="{6F68D7E4-2BCD-4DAA-BDF4-55A4CFA23BDF}" type="parTrans" cxnId="{A49036DA-AF07-4B88-AC66-5796E6D86E4F}">
      <dgm:prSet/>
      <dgm:spPr/>
      <dgm:t>
        <a:bodyPr/>
        <a:lstStyle/>
        <a:p>
          <a:endParaRPr lang="en-US"/>
        </a:p>
      </dgm:t>
    </dgm:pt>
    <dgm:pt modelId="{9FFB5C4B-233E-4A4A-A0C4-1C286AE5EB51}" type="sibTrans" cxnId="{A49036DA-AF07-4B88-AC66-5796E6D86E4F}">
      <dgm:prSet/>
      <dgm:spPr/>
      <dgm:t>
        <a:bodyPr/>
        <a:lstStyle/>
        <a:p>
          <a:endParaRPr lang="en-US"/>
        </a:p>
      </dgm:t>
    </dgm:pt>
    <dgm:pt modelId="{81E6318C-B90C-40FF-8301-BBEB55D971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it’s not urgent and not important: forget about it</a:t>
          </a:r>
        </a:p>
      </dgm:t>
    </dgm:pt>
    <dgm:pt modelId="{EDC829D7-C8FB-4CC5-9A2B-41F53AFD5DBF}" type="parTrans" cxnId="{CAEB3C80-FF40-46DC-9D05-C2D19A94330C}">
      <dgm:prSet/>
      <dgm:spPr/>
      <dgm:t>
        <a:bodyPr/>
        <a:lstStyle/>
        <a:p>
          <a:endParaRPr lang="en-US"/>
        </a:p>
      </dgm:t>
    </dgm:pt>
    <dgm:pt modelId="{A33AE146-BF0A-40FA-8D30-6EC8B8CE848C}" type="sibTrans" cxnId="{CAEB3C80-FF40-46DC-9D05-C2D19A94330C}">
      <dgm:prSet/>
      <dgm:spPr/>
      <dgm:t>
        <a:bodyPr/>
        <a:lstStyle/>
        <a:p>
          <a:endParaRPr lang="en-US"/>
        </a:p>
      </dgm:t>
    </dgm:pt>
    <dgm:pt modelId="{840C51F2-4D45-49C0-A45B-0C83FBB04D9D}" type="pres">
      <dgm:prSet presAssocID="{8CCE3851-198F-4E77-B36C-347508E2B9B2}" presName="root" presStyleCnt="0">
        <dgm:presLayoutVars>
          <dgm:dir/>
          <dgm:resizeHandles val="exact"/>
        </dgm:presLayoutVars>
      </dgm:prSet>
      <dgm:spPr/>
    </dgm:pt>
    <dgm:pt modelId="{0E6D9EEB-D0D4-412E-A7B4-E6A84527B940}" type="pres">
      <dgm:prSet presAssocID="{286CE1C8-3498-42A7-9153-DE68F2D2EFA3}" presName="compNode" presStyleCnt="0"/>
      <dgm:spPr/>
    </dgm:pt>
    <dgm:pt modelId="{0D8CEA8C-E945-41BC-ABB1-F204220AA4F2}" type="pres">
      <dgm:prSet presAssocID="{286CE1C8-3498-42A7-9153-DE68F2D2EFA3}" presName="bgRect" presStyleLbl="bgShp" presStyleIdx="0" presStyleCnt="4"/>
      <dgm:spPr/>
    </dgm:pt>
    <dgm:pt modelId="{8C7A81E1-DAFD-4880-9C82-05095298FE60}" type="pres">
      <dgm:prSet presAssocID="{286CE1C8-3498-42A7-9153-DE68F2D2EF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76C8EFD-91C6-4B6A-ADCA-5B9BAE7936DD}" type="pres">
      <dgm:prSet presAssocID="{286CE1C8-3498-42A7-9153-DE68F2D2EFA3}" presName="spaceRect" presStyleCnt="0"/>
      <dgm:spPr/>
    </dgm:pt>
    <dgm:pt modelId="{29B6741E-CE68-40DB-A664-5890EB049DA9}" type="pres">
      <dgm:prSet presAssocID="{286CE1C8-3498-42A7-9153-DE68F2D2EFA3}" presName="parTx" presStyleLbl="revTx" presStyleIdx="0" presStyleCnt="8">
        <dgm:presLayoutVars>
          <dgm:chMax val="0"/>
          <dgm:chPref val="0"/>
        </dgm:presLayoutVars>
      </dgm:prSet>
      <dgm:spPr/>
    </dgm:pt>
    <dgm:pt modelId="{3EE5C48B-FA35-461D-849F-AE7EF9A8C679}" type="pres">
      <dgm:prSet presAssocID="{286CE1C8-3498-42A7-9153-DE68F2D2EFA3}" presName="desTx" presStyleLbl="revTx" presStyleIdx="1" presStyleCnt="8">
        <dgm:presLayoutVars/>
      </dgm:prSet>
      <dgm:spPr/>
    </dgm:pt>
    <dgm:pt modelId="{D9A058EE-9F2C-42FC-8D0D-D6EA02690E75}" type="pres">
      <dgm:prSet presAssocID="{4A6E2EB4-602D-494C-A604-673866525A56}" presName="sibTrans" presStyleCnt="0"/>
      <dgm:spPr/>
    </dgm:pt>
    <dgm:pt modelId="{AAE26ABF-4898-40C8-89FE-67B9E26C307D}" type="pres">
      <dgm:prSet presAssocID="{3072DC63-7BE9-482C-8EA2-CD993B54DB0C}" presName="compNode" presStyleCnt="0"/>
      <dgm:spPr/>
    </dgm:pt>
    <dgm:pt modelId="{E8951729-77CE-436D-B985-38B615C9E969}" type="pres">
      <dgm:prSet presAssocID="{3072DC63-7BE9-482C-8EA2-CD993B54DB0C}" presName="bgRect" presStyleLbl="bgShp" presStyleIdx="1" presStyleCnt="4"/>
      <dgm:spPr/>
    </dgm:pt>
    <dgm:pt modelId="{84A1829E-DFFE-4BB8-92FB-A54F83686598}" type="pres">
      <dgm:prSet presAssocID="{3072DC63-7BE9-482C-8EA2-CD993B54DB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A5B51376-DFA5-4FD0-81DB-B520D6A3D294}" type="pres">
      <dgm:prSet presAssocID="{3072DC63-7BE9-482C-8EA2-CD993B54DB0C}" presName="spaceRect" presStyleCnt="0"/>
      <dgm:spPr/>
    </dgm:pt>
    <dgm:pt modelId="{E86A04C1-2238-49DB-BB73-CA23EF2E0044}" type="pres">
      <dgm:prSet presAssocID="{3072DC63-7BE9-482C-8EA2-CD993B54DB0C}" presName="parTx" presStyleLbl="revTx" presStyleIdx="2" presStyleCnt="8">
        <dgm:presLayoutVars>
          <dgm:chMax val="0"/>
          <dgm:chPref val="0"/>
        </dgm:presLayoutVars>
      </dgm:prSet>
      <dgm:spPr/>
    </dgm:pt>
    <dgm:pt modelId="{27A1BA01-503D-448A-995A-B86FCBBF52B9}" type="pres">
      <dgm:prSet presAssocID="{3072DC63-7BE9-482C-8EA2-CD993B54DB0C}" presName="desTx" presStyleLbl="revTx" presStyleIdx="3" presStyleCnt="8">
        <dgm:presLayoutVars/>
      </dgm:prSet>
      <dgm:spPr/>
    </dgm:pt>
    <dgm:pt modelId="{B6D26B74-35E7-4925-8B03-0469F6A785A3}" type="pres">
      <dgm:prSet presAssocID="{3AD03382-FC3B-4168-988C-B11C9B1C8832}" presName="sibTrans" presStyleCnt="0"/>
      <dgm:spPr/>
    </dgm:pt>
    <dgm:pt modelId="{38D569F5-AC83-4ABB-B0CE-4F17A975F0F6}" type="pres">
      <dgm:prSet presAssocID="{09A4E306-248F-4B16-826B-A6191D441238}" presName="compNode" presStyleCnt="0"/>
      <dgm:spPr/>
    </dgm:pt>
    <dgm:pt modelId="{3EB321AE-0DE2-4F1C-B2D0-B3437CBAD216}" type="pres">
      <dgm:prSet presAssocID="{09A4E306-248F-4B16-826B-A6191D441238}" presName="bgRect" presStyleLbl="bgShp" presStyleIdx="2" presStyleCnt="4"/>
      <dgm:spPr/>
    </dgm:pt>
    <dgm:pt modelId="{08F761C9-7594-4F23-A946-BBFA330B440E}" type="pres">
      <dgm:prSet presAssocID="{09A4E306-248F-4B16-826B-A6191D4412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CD80E109-6076-4D48-9F82-DE00AD98CB33}" type="pres">
      <dgm:prSet presAssocID="{09A4E306-248F-4B16-826B-A6191D441238}" presName="spaceRect" presStyleCnt="0"/>
      <dgm:spPr/>
    </dgm:pt>
    <dgm:pt modelId="{382C44A1-03D9-4C5B-8AD6-523216E2EAD6}" type="pres">
      <dgm:prSet presAssocID="{09A4E306-248F-4B16-826B-A6191D441238}" presName="parTx" presStyleLbl="revTx" presStyleIdx="4" presStyleCnt="8">
        <dgm:presLayoutVars>
          <dgm:chMax val="0"/>
          <dgm:chPref val="0"/>
        </dgm:presLayoutVars>
      </dgm:prSet>
      <dgm:spPr/>
    </dgm:pt>
    <dgm:pt modelId="{EC093A73-4008-46F5-8DE8-EC1F2B79DA62}" type="pres">
      <dgm:prSet presAssocID="{09A4E306-248F-4B16-826B-A6191D441238}" presName="desTx" presStyleLbl="revTx" presStyleIdx="5" presStyleCnt="8">
        <dgm:presLayoutVars/>
      </dgm:prSet>
      <dgm:spPr/>
    </dgm:pt>
    <dgm:pt modelId="{6654E725-CC67-40B9-82AB-83D39E0EB7DD}" type="pres">
      <dgm:prSet presAssocID="{376E2E1C-3951-4F77-A82C-1DE0C7ECFD63}" presName="sibTrans" presStyleCnt="0"/>
      <dgm:spPr/>
    </dgm:pt>
    <dgm:pt modelId="{C8CEEF5C-48F6-4579-9F19-C52CBDF36FFA}" type="pres">
      <dgm:prSet presAssocID="{31D75CCB-0FCD-41AA-8580-433EE2F7B829}" presName="compNode" presStyleCnt="0"/>
      <dgm:spPr/>
    </dgm:pt>
    <dgm:pt modelId="{9F29C48A-656A-4B7C-921D-422900D69542}" type="pres">
      <dgm:prSet presAssocID="{31D75CCB-0FCD-41AA-8580-433EE2F7B829}" presName="bgRect" presStyleLbl="bgShp" presStyleIdx="3" presStyleCnt="4"/>
      <dgm:spPr/>
    </dgm:pt>
    <dgm:pt modelId="{66589C02-E3A1-4D8B-8FF0-D7D23036131C}" type="pres">
      <dgm:prSet presAssocID="{31D75CCB-0FCD-41AA-8580-433EE2F7B82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FFEFE683-DF9F-4F87-9A62-E74E412C84B0}" type="pres">
      <dgm:prSet presAssocID="{31D75CCB-0FCD-41AA-8580-433EE2F7B829}" presName="spaceRect" presStyleCnt="0"/>
      <dgm:spPr/>
    </dgm:pt>
    <dgm:pt modelId="{111BD147-34A0-4EF3-8955-AB22B8ED895C}" type="pres">
      <dgm:prSet presAssocID="{31D75CCB-0FCD-41AA-8580-433EE2F7B829}" presName="parTx" presStyleLbl="revTx" presStyleIdx="6" presStyleCnt="8">
        <dgm:presLayoutVars>
          <dgm:chMax val="0"/>
          <dgm:chPref val="0"/>
        </dgm:presLayoutVars>
      </dgm:prSet>
      <dgm:spPr/>
    </dgm:pt>
    <dgm:pt modelId="{F9460E2B-66BB-4C32-9DB4-6A5369877016}" type="pres">
      <dgm:prSet presAssocID="{31D75CCB-0FCD-41AA-8580-433EE2F7B829}" presName="desTx" presStyleLbl="revTx" presStyleIdx="7" presStyleCnt="8">
        <dgm:presLayoutVars/>
      </dgm:prSet>
      <dgm:spPr/>
    </dgm:pt>
  </dgm:ptLst>
  <dgm:cxnLst>
    <dgm:cxn modelId="{98F6D506-E45C-403B-9C57-237AEE4F0BD7}" type="presOf" srcId="{FFC59878-3989-41D0-B788-BF1B71253960}" destId="{3EE5C48B-FA35-461D-849F-AE7EF9A8C679}" srcOrd="0" destOrd="0" presId="urn:microsoft.com/office/officeart/2018/2/layout/IconVerticalSolidList"/>
    <dgm:cxn modelId="{0B178A08-2503-4655-8A7D-C94073FF7994}" type="presOf" srcId="{8CCE3851-198F-4E77-B36C-347508E2B9B2}" destId="{840C51F2-4D45-49C0-A45B-0C83FBB04D9D}" srcOrd="0" destOrd="0" presId="urn:microsoft.com/office/officeart/2018/2/layout/IconVerticalSolidList"/>
    <dgm:cxn modelId="{69F7A70C-AC69-49CF-935D-5038C002C75C}" type="presOf" srcId="{286CE1C8-3498-42A7-9153-DE68F2D2EFA3}" destId="{29B6741E-CE68-40DB-A664-5890EB049DA9}" srcOrd="0" destOrd="0" presId="urn:microsoft.com/office/officeart/2018/2/layout/IconVerticalSolidList"/>
    <dgm:cxn modelId="{F7B33A2A-338B-4E40-A656-106317A9C6D5}" srcId="{8CCE3851-198F-4E77-B36C-347508E2B9B2}" destId="{286CE1C8-3498-42A7-9153-DE68F2D2EFA3}" srcOrd="0" destOrd="0" parTransId="{0912CE63-3480-4671-923C-5C547A1C2702}" sibTransId="{4A6E2EB4-602D-494C-A604-673866525A56}"/>
    <dgm:cxn modelId="{0D866244-7553-406D-A61E-F3F7064470DC}" type="presOf" srcId="{09A4E306-248F-4B16-826B-A6191D441238}" destId="{382C44A1-03D9-4C5B-8AD6-523216E2EAD6}" srcOrd="0" destOrd="0" presId="urn:microsoft.com/office/officeart/2018/2/layout/IconVerticalSolidList"/>
    <dgm:cxn modelId="{10B80945-035D-4729-B994-1C0EDF82F4BD}" type="presOf" srcId="{9A40329B-099D-4495-BC57-2E0725FEE7C7}" destId="{EC093A73-4008-46F5-8DE8-EC1F2B79DA62}" srcOrd="0" destOrd="0" presId="urn:microsoft.com/office/officeart/2018/2/layout/IconVerticalSolidList"/>
    <dgm:cxn modelId="{CC414268-3F87-4122-800C-EF5EA9A39D1F}" srcId="{286CE1C8-3498-42A7-9153-DE68F2D2EFA3}" destId="{FFC59878-3989-41D0-B788-BF1B71253960}" srcOrd="0" destOrd="0" parTransId="{1A893690-BFE0-42F0-B46D-FE192E298CE6}" sibTransId="{22190BF5-CCDA-4C8C-A1A2-A2E77CBEA51E}"/>
    <dgm:cxn modelId="{7C1CC674-574E-4DB8-9BF4-3A2F708CE0B8}" type="presOf" srcId="{B91D39CA-7065-431A-BE52-4F6AAF9A1713}" destId="{27A1BA01-503D-448A-995A-B86FCBBF52B9}" srcOrd="0" destOrd="0" presId="urn:microsoft.com/office/officeart/2018/2/layout/IconVerticalSolidList"/>
    <dgm:cxn modelId="{9ECFA678-33EF-4A09-B4EB-45CD9473AA37}" type="presOf" srcId="{31D75CCB-0FCD-41AA-8580-433EE2F7B829}" destId="{111BD147-34A0-4EF3-8955-AB22B8ED895C}" srcOrd="0" destOrd="0" presId="urn:microsoft.com/office/officeart/2018/2/layout/IconVerticalSolidList"/>
    <dgm:cxn modelId="{239E6A59-3ECD-4A67-96EE-09484B5D2F54}" type="presOf" srcId="{81E6318C-B90C-40FF-8301-BBEB55D971FD}" destId="{F9460E2B-66BB-4C32-9DB4-6A5369877016}" srcOrd="0" destOrd="0" presId="urn:microsoft.com/office/officeart/2018/2/layout/IconVerticalSolidList"/>
    <dgm:cxn modelId="{CAEB3C80-FF40-46DC-9D05-C2D19A94330C}" srcId="{31D75CCB-0FCD-41AA-8580-433EE2F7B829}" destId="{81E6318C-B90C-40FF-8301-BBEB55D971FD}" srcOrd="0" destOrd="0" parTransId="{EDC829D7-C8FB-4CC5-9A2B-41F53AFD5DBF}" sibTransId="{A33AE146-BF0A-40FA-8D30-6EC8B8CE848C}"/>
    <dgm:cxn modelId="{4173E8A3-4E76-4E56-9B73-8AC270498099}" srcId="{8CCE3851-198F-4E77-B36C-347508E2B9B2}" destId="{3072DC63-7BE9-482C-8EA2-CD993B54DB0C}" srcOrd="1" destOrd="0" parTransId="{AD090EF9-4B0D-4A70-AE91-EAA58DE365EF}" sibTransId="{3AD03382-FC3B-4168-988C-B11C9B1C8832}"/>
    <dgm:cxn modelId="{D8C77AA9-1D7D-432F-8E3F-C4F4EBF10FBB}" srcId="{09A4E306-248F-4B16-826B-A6191D441238}" destId="{9A40329B-099D-4495-BC57-2E0725FEE7C7}" srcOrd="0" destOrd="0" parTransId="{BACC9004-429B-48AA-A73E-F7BB43123D96}" sibTransId="{02B71342-DB49-4B21-81DB-7AA4C8AF1797}"/>
    <dgm:cxn modelId="{7C9704D9-FDFB-4B95-AAC3-40FF767BCE9F}" type="presOf" srcId="{3072DC63-7BE9-482C-8EA2-CD993B54DB0C}" destId="{E86A04C1-2238-49DB-BB73-CA23EF2E0044}" srcOrd="0" destOrd="0" presId="urn:microsoft.com/office/officeart/2018/2/layout/IconVerticalSolidList"/>
    <dgm:cxn modelId="{7A37C5D9-6A18-46EA-B2C6-7DDAD6762DBE}" srcId="{8CCE3851-198F-4E77-B36C-347508E2B9B2}" destId="{09A4E306-248F-4B16-826B-A6191D441238}" srcOrd="2" destOrd="0" parTransId="{09CB63FF-64FC-4E37-B9CD-750A4CD61AE7}" sibTransId="{376E2E1C-3951-4F77-A82C-1DE0C7ECFD63}"/>
    <dgm:cxn modelId="{A49036DA-AF07-4B88-AC66-5796E6D86E4F}" srcId="{8CCE3851-198F-4E77-B36C-347508E2B9B2}" destId="{31D75CCB-0FCD-41AA-8580-433EE2F7B829}" srcOrd="3" destOrd="0" parTransId="{6F68D7E4-2BCD-4DAA-BDF4-55A4CFA23BDF}" sibTransId="{9FFB5C4B-233E-4A4A-A0C4-1C286AE5EB51}"/>
    <dgm:cxn modelId="{9D531DFE-C81E-4700-80A4-702264B22F8D}" srcId="{3072DC63-7BE9-482C-8EA2-CD993B54DB0C}" destId="{B91D39CA-7065-431A-BE52-4F6AAF9A1713}" srcOrd="0" destOrd="0" parTransId="{A6E66F96-3AAC-49B7-8D4F-B9CEE4E0CBBC}" sibTransId="{580553AF-F32A-40F6-8531-96F66F3EED14}"/>
    <dgm:cxn modelId="{D4F033A9-0482-4F58-96F8-663BE9FD1F4D}" type="presParOf" srcId="{840C51F2-4D45-49C0-A45B-0C83FBB04D9D}" destId="{0E6D9EEB-D0D4-412E-A7B4-E6A84527B940}" srcOrd="0" destOrd="0" presId="urn:microsoft.com/office/officeart/2018/2/layout/IconVerticalSolidList"/>
    <dgm:cxn modelId="{BC5B57A0-831C-4CAF-AD70-B2D6765085BE}" type="presParOf" srcId="{0E6D9EEB-D0D4-412E-A7B4-E6A84527B940}" destId="{0D8CEA8C-E945-41BC-ABB1-F204220AA4F2}" srcOrd="0" destOrd="0" presId="urn:microsoft.com/office/officeart/2018/2/layout/IconVerticalSolidList"/>
    <dgm:cxn modelId="{3F18C7BD-FC73-45F7-8D80-3B6BDAD76F5D}" type="presParOf" srcId="{0E6D9EEB-D0D4-412E-A7B4-E6A84527B940}" destId="{8C7A81E1-DAFD-4880-9C82-05095298FE60}" srcOrd="1" destOrd="0" presId="urn:microsoft.com/office/officeart/2018/2/layout/IconVerticalSolidList"/>
    <dgm:cxn modelId="{EBB93FA5-D14E-4452-9EE9-07196BF516E8}" type="presParOf" srcId="{0E6D9EEB-D0D4-412E-A7B4-E6A84527B940}" destId="{976C8EFD-91C6-4B6A-ADCA-5B9BAE7936DD}" srcOrd="2" destOrd="0" presId="urn:microsoft.com/office/officeart/2018/2/layout/IconVerticalSolidList"/>
    <dgm:cxn modelId="{CD0971F5-B643-43A0-A243-09E6D782E7B4}" type="presParOf" srcId="{0E6D9EEB-D0D4-412E-A7B4-E6A84527B940}" destId="{29B6741E-CE68-40DB-A664-5890EB049DA9}" srcOrd="3" destOrd="0" presId="urn:microsoft.com/office/officeart/2018/2/layout/IconVerticalSolidList"/>
    <dgm:cxn modelId="{FDE5FFD9-066F-4959-840A-0443C297D60F}" type="presParOf" srcId="{0E6D9EEB-D0D4-412E-A7B4-E6A84527B940}" destId="{3EE5C48B-FA35-461D-849F-AE7EF9A8C679}" srcOrd="4" destOrd="0" presId="urn:microsoft.com/office/officeart/2018/2/layout/IconVerticalSolidList"/>
    <dgm:cxn modelId="{15C0E8A8-8720-493B-BB37-6B482C7AA9E1}" type="presParOf" srcId="{840C51F2-4D45-49C0-A45B-0C83FBB04D9D}" destId="{D9A058EE-9F2C-42FC-8D0D-D6EA02690E75}" srcOrd="1" destOrd="0" presId="urn:microsoft.com/office/officeart/2018/2/layout/IconVerticalSolidList"/>
    <dgm:cxn modelId="{CD453F80-E7C5-4442-B8DE-94299A0F76BB}" type="presParOf" srcId="{840C51F2-4D45-49C0-A45B-0C83FBB04D9D}" destId="{AAE26ABF-4898-40C8-89FE-67B9E26C307D}" srcOrd="2" destOrd="0" presId="urn:microsoft.com/office/officeart/2018/2/layout/IconVerticalSolidList"/>
    <dgm:cxn modelId="{ED495408-73D3-4F15-A96B-DAE54550970A}" type="presParOf" srcId="{AAE26ABF-4898-40C8-89FE-67B9E26C307D}" destId="{E8951729-77CE-436D-B985-38B615C9E969}" srcOrd="0" destOrd="0" presId="urn:microsoft.com/office/officeart/2018/2/layout/IconVerticalSolidList"/>
    <dgm:cxn modelId="{18AE378C-9F7E-4D46-8A93-08F42C843576}" type="presParOf" srcId="{AAE26ABF-4898-40C8-89FE-67B9E26C307D}" destId="{84A1829E-DFFE-4BB8-92FB-A54F83686598}" srcOrd="1" destOrd="0" presId="urn:microsoft.com/office/officeart/2018/2/layout/IconVerticalSolidList"/>
    <dgm:cxn modelId="{A9237483-5462-407B-A417-31997DC4F553}" type="presParOf" srcId="{AAE26ABF-4898-40C8-89FE-67B9E26C307D}" destId="{A5B51376-DFA5-4FD0-81DB-B520D6A3D294}" srcOrd="2" destOrd="0" presId="urn:microsoft.com/office/officeart/2018/2/layout/IconVerticalSolidList"/>
    <dgm:cxn modelId="{D6B304E0-3E06-4F6B-BF9F-4CFFECE03962}" type="presParOf" srcId="{AAE26ABF-4898-40C8-89FE-67B9E26C307D}" destId="{E86A04C1-2238-49DB-BB73-CA23EF2E0044}" srcOrd="3" destOrd="0" presId="urn:microsoft.com/office/officeart/2018/2/layout/IconVerticalSolidList"/>
    <dgm:cxn modelId="{4C82451A-BF8C-4334-BE8A-934F50C23418}" type="presParOf" srcId="{AAE26ABF-4898-40C8-89FE-67B9E26C307D}" destId="{27A1BA01-503D-448A-995A-B86FCBBF52B9}" srcOrd="4" destOrd="0" presId="urn:microsoft.com/office/officeart/2018/2/layout/IconVerticalSolidList"/>
    <dgm:cxn modelId="{B45C3EF5-66E4-4D14-BA77-D6F065D9FB66}" type="presParOf" srcId="{840C51F2-4D45-49C0-A45B-0C83FBB04D9D}" destId="{B6D26B74-35E7-4925-8B03-0469F6A785A3}" srcOrd="3" destOrd="0" presId="urn:microsoft.com/office/officeart/2018/2/layout/IconVerticalSolidList"/>
    <dgm:cxn modelId="{5EA34298-A336-4F12-979D-CFCFF80CDE69}" type="presParOf" srcId="{840C51F2-4D45-49C0-A45B-0C83FBB04D9D}" destId="{38D569F5-AC83-4ABB-B0CE-4F17A975F0F6}" srcOrd="4" destOrd="0" presId="urn:microsoft.com/office/officeart/2018/2/layout/IconVerticalSolidList"/>
    <dgm:cxn modelId="{9A37B431-40F1-41CC-9637-A213D5B1A34F}" type="presParOf" srcId="{38D569F5-AC83-4ABB-B0CE-4F17A975F0F6}" destId="{3EB321AE-0DE2-4F1C-B2D0-B3437CBAD216}" srcOrd="0" destOrd="0" presId="urn:microsoft.com/office/officeart/2018/2/layout/IconVerticalSolidList"/>
    <dgm:cxn modelId="{EDC5593D-C29F-4E24-9155-6C36AC84EB74}" type="presParOf" srcId="{38D569F5-AC83-4ABB-B0CE-4F17A975F0F6}" destId="{08F761C9-7594-4F23-A946-BBFA330B440E}" srcOrd="1" destOrd="0" presId="urn:microsoft.com/office/officeart/2018/2/layout/IconVerticalSolidList"/>
    <dgm:cxn modelId="{26D09096-E031-4DE6-A075-6F42CD11571C}" type="presParOf" srcId="{38D569F5-AC83-4ABB-B0CE-4F17A975F0F6}" destId="{CD80E109-6076-4D48-9F82-DE00AD98CB33}" srcOrd="2" destOrd="0" presId="urn:microsoft.com/office/officeart/2018/2/layout/IconVerticalSolidList"/>
    <dgm:cxn modelId="{387631B7-D37F-4F86-AD04-5C91106799BC}" type="presParOf" srcId="{38D569F5-AC83-4ABB-B0CE-4F17A975F0F6}" destId="{382C44A1-03D9-4C5B-8AD6-523216E2EAD6}" srcOrd="3" destOrd="0" presId="urn:microsoft.com/office/officeart/2018/2/layout/IconVerticalSolidList"/>
    <dgm:cxn modelId="{BC78376A-9C06-40C6-BC18-B3DBF1F789DD}" type="presParOf" srcId="{38D569F5-AC83-4ABB-B0CE-4F17A975F0F6}" destId="{EC093A73-4008-46F5-8DE8-EC1F2B79DA62}" srcOrd="4" destOrd="0" presId="urn:microsoft.com/office/officeart/2018/2/layout/IconVerticalSolidList"/>
    <dgm:cxn modelId="{26A36AEB-5A8D-4DAF-9488-D614637FD2AA}" type="presParOf" srcId="{840C51F2-4D45-49C0-A45B-0C83FBB04D9D}" destId="{6654E725-CC67-40B9-82AB-83D39E0EB7DD}" srcOrd="5" destOrd="0" presId="urn:microsoft.com/office/officeart/2018/2/layout/IconVerticalSolidList"/>
    <dgm:cxn modelId="{FCA02FAB-9831-4CF2-92CE-42F6A9E5F700}" type="presParOf" srcId="{840C51F2-4D45-49C0-A45B-0C83FBB04D9D}" destId="{C8CEEF5C-48F6-4579-9F19-C52CBDF36FFA}" srcOrd="6" destOrd="0" presId="urn:microsoft.com/office/officeart/2018/2/layout/IconVerticalSolidList"/>
    <dgm:cxn modelId="{9D357AF6-A3F0-41C2-86B5-C261DAE94C1B}" type="presParOf" srcId="{C8CEEF5C-48F6-4579-9F19-C52CBDF36FFA}" destId="{9F29C48A-656A-4B7C-921D-422900D69542}" srcOrd="0" destOrd="0" presId="urn:microsoft.com/office/officeart/2018/2/layout/IconVerticalSolidList"/>
    <dgm:cxn modelId="{2CD9F4F3-52FD-456F-B73A-0E7FC906EDAC}" type="presParOf" srcId="{C8CEEF5C-48F6-4579-9F19-C52CBDF36FFA}" destId="{66589C02-E3A1-4D8B-8FF0-D7D23036131C}" srcOrd="1" destOrd="0" presId="urn:microsoft.com/office/officeart/2018/2/layout/IconVerticalSolidList"/>
    <dgm:cxn modelId="{21CA737E-0E2C-4FD3-AF2E-EBF7877301BC}" type="presParOf" srcId="{C8CEEF5C-48F6-4579-9F19-C52CBDF36FFA}" destId="{FFEFE683-DF9F-4F87-9A62-E74E412C84B0}" srcOrd="2" destOrd="0" presId="urn:microsoft.com/office/officeart/2018/2/layout/IconVerticalSolidList"/>
    <dgm:cxn modelId="{A8B1974B-4FD7-4EE1-A54F-20ED2E05970C}" type="presParOf" srcId="{C8CEEF5C-48F6-4579-9F19-C52CBDF36FFA}" destId="{111BD147-34A0-4EF3-8955-AB22B8ED895C}" srcOrd="3" destOrd="0" presId="urn:microsoft.com/office/officeart/2018/2/layout/IconVerticalSolidList"/>
    <dgm:cxn modelId="{D6BFE50F-B1C4-45F3-B5D1-82F2B49CAFB1}" type="presParOf" srcId="{C8CEEF5C-48F6-4579-9F19-C52CBDF36FFA}" destId="{F9460E2B-66BB-4C32-9DB4-6A536987701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875486-7225-4B88-9CDD-61D396AA61DF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44C456-7365-46C9-AF27-9735DE209C67}">
      <dgm:prSet/>
      <dgm:spPr/>
      <dgm:t>
        <a:bodyPr/>
        <a:lstStyle/>
        <a:p>
          <a:r>
            <a:rPr lang="en-US"/>
            <a:t>Challenges</a:t>
          </a:r>
        </a:p>
      </dgm:t>
    </dgm:pt>
    <dgm:pt modelId="{803687B9-4AA4-4FE7-ABA4-B96689134C87}" type="parTrans" cxnId="{F1E4271E-60B0-446B-BA70-C434B7FB4524}">
      <dgm:prSet/>
      <dgm:spPr/>
      <dgm:t>
        <a:bodyPr/>
        <a:lstStyle/>
        <a:p>
          <a:endParaRPr lang="en-US"/>
        </a:p>
      </dgm:t>
    </dgm:pt>
    <dgm:pt modelId="{C44085C5-B6C7-411D-97CD-C313AEC437E9}" type="sibTrans" cxnId="{F1E4271E-60B0-446B-BA70-C434B7FB4524}">
      <dgm:prSet/>
      <dgm:spPr/>
      <dgm:t>
        <a:bodyPr/>
        <a:lstStyle/>
        <a:p>
          <a:endParaRPr lang="en-US"/>
        </a:p>
      </dgm:t>
    </dgm:pt>
    <dgm:pt modelId="{16A04962-33F2-40F1-BFA2-869D5C243778}">
      <dgm:prSet/>
      <dgm:spPr/>
      <dgm:t>
        <a:bodyPr/>
        <a:lstStyle/>
        <a:p>
          <a:r>
            <a:rPr lang="en-US" dirty="0"/>
            <a:t>	Cultural differences</a:t>
          </a:r>
        </a:p>
      </dgm:t>
    </dgm:pt>
    <dgm:pt modelId="{92C0823E-1A0A-4BAE-BD33-0CA4417F0C66}" type="parTrans" cxnId="{4BC0C336-22E6-4BD5-AA53-4CD107BC3A51}">
      <dgm:prSet/>
      <dgm:spPr/>
      <dgm:t>
        <a:bodyPr/>
        <a:lstStyle/>
        <a:p>
          <a:endParaRPr lang="en-US"/>
        </a:p>
      </dgm:t>
    </dgm:pt>
    <dgm:pt modelId="{EE42F631-476C-4D73-8D90-791371807B24}" type="sibTrans" cxnId="{4BC0C336-22E6-4BD5-AA53-4CD107BC3A51}">
      <dgm:prSet/>
      <dgm:spPr/>
      <dgm:t>
        <a:bodyPr/>
        <a:lstStyle/>
        <a:p>
          <a:endParaRPr lang="en-US"/>
        </a:p>
      </dgm:t>
    </dgm:pt>
    <dgm:pt modelId="{AD66341C-3556-4CFF-8DFE-F9C1C7677E6F}">
      <dgm:prSet/>
      <dgm:spPr/>
      <dgm:t>
        <a:bodyPr/>
        <a:lstStyle/>
        <a:p>
          <a:r>
            <a:rPr lang="en-US" dirty="0"/>
            <a:t>	Delays</a:t>
          </a:r>
        </a:p>
      </dgm:t>
    </dgm:pt>
    <dgm:pt modelId="{DA3674C0-837F-40FB-B2D2-B962B8119FDD}" type="parTrans" cxnId="{ED842597-90DE-4E5F-8843-74C50C0E49B1}">
      <dgm:prSet/>
      <dgm:spPr/>
      <dgm:t>
        <a:bodyPr/>
        <a:lstStyle/>
        <a:p>
          <a:endParaRPr lang="en-US"/>
        </a:p>
      </dgm:t>
    </dgm:pt>
    <dgm:pt modelId="{0804E330-F382-4CBD-860F-EE8B3ECA812F}" type="sibTrans" cxnId="{ED842597-90DE-4E5F-8843-74C50C0E49B1}">
      <dgm:prSet/>
      <dgm:spPr/>
      <dgm:t>
        <a:bodyPr/>
        <a:lstStyle/>
        <a:p>
          <a:endParaRPr lang="en-US"/>
        </a:p>
      </dgm:t>
    </dgm:pt>
    <dgm:pt modelId="{0BCB1FEE-085A-4672-B03E-E750B23C73DE}">
      <dgm:prSet/>
      <dgm:spPr/>
      <dgm:t>
        <a:bodyPr/>
        <a:lstStyle/>
        <a:p>
          <a:r>
            <a:rPr lang="en-US" dirty="0"/>
            <a:t>	Visibility</a:t>
          </a:r>
        </a:p>
      </dgm:t>
    </dgm:pt>
    <dgm:pt modelId="{2F35B7E6-6D56-4296-921E-4903483E9115}" type="parTrans" cxnId="{ACE73AAF-E384-4074-B230-65590A3D26E7}">
      <dgm:prSet/>
      <dgm:spPr/>
      <dgm:t>
        <a:bodyPr/>
        <a:lstStyle/>
        <a:p>
          <a:endParaRPr lang="en-US"/>
        </a:p>
      </dgm:t>
    </dgm:pt>
    <dgm:pt modelId="{D5924699-D461-47A5-B31A-826AFBC4769D}" type="sibTrans" cxnId="{ACE73AAF-E384-4074-B230-65590A3D26E7}">
      <dgm:prSet/>
      <dgm:spPr/>
      <dgm:t>
        <a:bodyPr/>
        <a:lstStyle/>
        <a:p>
          <a:endParaRPr lang="en-US"/>
        </a:p>
      </dgm:t>
    </dgm:pt>
    <dgm:pt modelId="{441CD7B3-120A-4129-B7DD-82F7680DCBD5}">
      <dgm:prSet/>
      <dgm:spPr/>
      <dgm:t>
        <a:bodyPr/>
        <a:lstStyle/>
        <a:p>
          <a:r>
            <a:rPr lang="en-US" dirty="0"/>
            <a:t>	Non-aligned goals</a:t>
          </a:r>
        </a:p>
      </dgm:t>
    </dgm:pt>
    <dgm:pt modelId="{E6D27A93-F83A-44E4-BB77-7B77257B5860}" type="parTrans" cxnId="{85C14977-67C8-4634-8F07-CFCBFD59975D}">
      <dgm:prSet/>
      <dgm:spPr/>
      <dgm:t>
        <a:bodyPr/>
        <a:lstStyle/>
        <a:p>
          <a:endParaRPr lang="en-US"/>
        </a:p>
      </dgm:t>
    </dgm:pt>
    <dgm:pt modelId="{8AA28C31-3B1F-49C4-B65B-E7909525EA1C}" type="sibTrans" cxnId="{85C14977-67C8-4634-8F07-CFCBFD59975D}">
      <dgm:prSet/>
      <dgm:spPr/>
      <dgm:t>
        <a:bodyPr/>
        <a:lstStyle/>
        <a:p>
          <a:endParaRPr lang="en-US"/>
        </a:p>
      </dgm:t>
    </dgm:pt>
    <dgm:pt modelId="{2EB2445B-C2EA-40E6-A539-B089914F52F9}">
      <dgm:prSet/>
      <dgm:spPr/>
      <dgm:t>
        <a:bodyPr/>
        <a:lstStyle/>
        <a:p>
          <a:r>
            <a:rPr lang="en-US" dirty="0"/>
            <a:t>	One-way communication</a:t>
          </a:r>
        </a:p>
      </dgm:t>
    </dgm:pt>
    <dgm:pt modelId="{7AFDB10A-4A8A-4BD1-B207-4EEE24A2333A}" type="parTrans" cxnId="{7AA2E0DA-D469-42AA-9163-FCCF18599D0A}">
      <dgm:prSet/>
      <dgm:spPr/>
      <dgm:t>
        <a:bodyPr/>
        <a:lstStyle/>
        <a:p>
          <a:endParaRPr lang="en-US"/>
        </a:p>
      </dgm:t>
    </dgm:pt>
    <dgm:pt modelId="{DC2F28F3-FFBF-49F4-BDF4-908D5B1E5607}" type="sibTrans" cxnId="{7AA2E0DA-D469-42AA-9163-FCCF18599D0A}">
      <dgm:prSet/>
      <dgm:spPr/>
      <dgm:t>
        <a:bodyPr/>
        <a:lstStyle/>
        <a:p>
          <a:endParaRPr lang="en-US"/>
        </a:p>
      </dgm:t>
    </dgm:pt>
    <dgm:pt modelId="{518F47B9-B4E8-4615-B702-54E7B586A40E}" type="pres">
      <dgm:prSet presAssocID="{42875486-7225-4B88-9CDD-61D396AA61DF}" presName="vert0" presStyleCnt="0">
        <dgm:presLayoutVars>
          <dgm:dir/>
          <dgm:animOne val="branch"/>
          <dgm:animLvl val="lvl"/>
        </dgm:presLayoutVars>
      </dgm:prSet>
      <dgm:spPr/>
    </dgm:pt>
    <dgm:pt modelId="{0CAB1D42-2D0C-422B-9BC8-68E551E2390D}" type="pres">
      <dgm:prSet presAssocID="{3444C456-7365-46C9-AF27-9735DE209C67}" presName="thickLine" presStyleLbl="alignNode1" presStyleIdx="0" presStyleCnt="6"/>
      <dgm:spPr/>
    </dgm:pt>
    <dgm:pt modelId="{15D1ADA6-32F4-4D0E-A386-CB0584C7BFEB}" type="pres">
      <dgm:prSet presAssocID="{3444C456-7365-46C9-AF27-9735DE209C67}" presName="horz1" presStyleCnt="0"/>
      <dgm:spPr/>
    </dgm:pt>
    <dgm:pt modelId="{2DB330D3-A0BA-4BE9-A9FA-90FD3217C24F}" type="pres">
      <dgm:prSet presAssocID="{3444C456-7365-46C9-AF27-9735DE209C67}" presName="tx1" presStyleLbl="revTx" presStyleIdx="0" presStyleCnt="6"/>
      <dgm:spPr/>
    </dgm:pt>
    <dgm:pt modelId="{2908E612-481B-48C7-820B-5A03CB63D44A}" type="pres">
      <dgm:prSet presAssocID="{3444C456-7365-46C9-AF27-9735DE209C67}" presName="vert1" presStyleCnt="0"/>
      <dgm:spPr/>
    </dgm:pt>
    <dgm:pt modelId="{21211BA8-8E10-4ED5-BAF9-A6452241CF9F}" type="pres">
      <dgm:prSet presAssocID="{16A04962-33F2-40F1-BFA2-869D5C243778}" presName="thickLine" presStyleLbl="alignNode1" presStyleIdx="1" presStyleCnt="6"/>
      <dgm:spPr/>
    </dgm:pt>
    <dgm:pt modelId="{5A4773B6-E558-4C72-881A-15A23E1604AE}" type="pres">
      <dgm:prSet presAssocID="{16A04962-33F2-40F1-BFA2-869D5C243778}" presName="horz1" presStyleCnt="0"/>
      <dgm:spPr/>
    </dgm:pt>
    <dgm:pt modelId="{46D33CF5-51C0-446B-A6D2-6C75046FACD6}" type="pres">
      <dgm:prSet presAssocID="{16A04962-33F2-40F1-BFA2-869D5C243778}" presName="tx1" presStyleLbl="revTx" presStyleIdx="1" presStyleCnt="6"/>
      <dgm:spPr/>
    </dgm:pt>
    <dgm:pt modelId="{731CA0D9-504D-45CE-A8D0-0B67537A2A3F}" type="pres">
      <dgm:prSet presAssocID="{16A04962-33F2-40F1-BFA2-869D5C243778}" presName="vert1" presStyleCnt="0"/>
      <dgm:spPr/>
    </dgm:pt>
    <dgm:pt modelId="{85790E1F-18BF-484E-8DBE-B733209C9A1B}" type="pres">
      <dgm:prSet presAssocID="{AD66341C-3556-4CFF-8DFE-F9C1C7677E6F}" presName="thickLine" presStyleLbl="alignNode1" presStyleIdx="2" presStyleCnt="6"/>
      <dgm:spPr/>
    </dgm:pt>
    <dgm:pt modelId="{B587EFFA-92FE-41CA-8C0C-954B07EF67C0}" type="pres">
      <dgm:prSet presAssocID="{AD66341C-3556-4CFF-8DFE-F9C1C7677E6F}" presName="horz1" presStyleCnt="0"/>
      <dgm:spPr/>
    </dgm:pt>
    <dgm:pt modelId="{424ED250-B0F1-410F-B772-E4F8CC99351B}" type="pres">
      <dgm:prSet presAssocID="{AD66341C-3556-4CFF-8DFE-F9C1C7677E6F}" presName="tx1" presStyleLbl="revTx" presStyleIdx="2" presStyleCnt="6"/>
      <dgm:spPr/>
    </dgm:pt>
    <dgm:pt modelId="{DB065F59-9586-4668-8C58-352EC40CE4D3}" type="pres">
      <dgm:prSet presAssocID="{AD66341C-3556-4CFF-8DFE-F9C1C7677E6F}" presName="vert1" presStyleCnt="0"/>
      <dgm:spPr/>
    </dgm:pt>
    <dgm:pt modelId="{D62EC347-012A-4ED5-B133-1F5E59B4E5D2}" type="pres">
      <dgm:prSet presAssocID="{0BCB1FEE-085A-4672-B03E-E750B23C73DE}" presName="thickLine" presStyleLbl="alignNode1" presStyleIdx="3" presStyleCnt="6"/>
      <dgm:spPr/>
    </dgm:pt>
    <dgm:pt modelId="{2D939590-A156-4838-A009-B630CE5C0EDD}" type="pres">
      <dgm:prSet presAssocID="{0BCB1FEE-085A-4672-B03E-E750B23C73DE}" presName="horz1" presStyleCnt="0"/>
      <dgm:spPr/>
    </dgm:pt>
    <dgm:pt modelId="{DDE0B2C4-6618-44C7-BB92-4981130E078D}" type="pres">
      <dgm:prSet presAssocID="{0BCB1FEE-085A-4672-B03E-E750B23C73DE}" presName="tx1" presStyleLbl="revTx" presStyleIdx="3" presStyleCnt="6"/>
      <dgm:spPr/>
    </dgm:pt>
    <dgm:pt modelId="{116B6F81-406F-4E30-A5B1-945A8F3779AC}" type="pres">
      <dgm:prSet presAssocID="{0BCB1FEE-085A-4672-B03E-E750B23C73DE}" presName="vert1" presStyleCnt="0"/>
      <dgm:spPr/>
    </dgm:pt>
    <dgm:pt modelId="{B621DFE1-9DDD-4BAB-9AF1-45B0B8ACE7F0}" type="pres">
      <dgm:prSet presAssocID="{441CD7B3-120A-4129-B7DD-82F7680DCBD5}" presName="thickLine" presStyleLbl="alignNode1" presStyleIdx="4" presStyleCnt="6"/>
      <dgm:spPr/>
    </dgm:pt>
    <dgm:pt modelId="{4C748399-6CF5-4EDA-A87B-D1577E9998AD}" type="pres">
      <dgm:prSet presAssocID="{441CD7B3-120A-4129-B7DD-82F7680DCBD5}" presName="horz1" presStyleCnt="0"/>
      <dgm:spPr/>
    </dgm:pt>
    <dgm:pt modelId="{4639A79C-AE35-4FCF-8FFD-61C868EB8BB3}" type="pres">
      <dgm:prSet presAssocID="{441CD7B3-120A-4129-B7DD-82F7680DCBD5}" presName="tx1" presStyleLbl="revTx" presStyleIdx="4" presStyleCnt="6"/>
      <dgm:spPr/>
    </dgm:pt>
    <dgm:pt modelId="{56E428CA-1A18-4206-BC03-221ED8C75756}" type="pres">
      <dgm:prSet presAssocID="{441CD7B3-120A-4129-B7DD-82F7680DCBD5}" presName="vert1" presStyleCnt="0"/>
      <dgm:spPr/>
    </dgm:pt>
    <dgm:pt modelId="{D0D8589C-43BC-41BC-8E54-4DA69D32F589}" type="pres">
      <dgm:prSet presAssocID="{2EB2445B-C2EA-40E6-A539-B089914F52F9}" presName="thickLine" presStyleLbl="alignNode1" presStyleIdx="5" presStyleCnt="6"/>
      <dgm:spPr/>
    </dgm:pt>
    <dgm:pt modelId="{5D634152-A76A-47E8-AA7C-1FBD2E8A7A1A}" type="pres">
      <dgm:prSet presAssocID="{2EB2445B-C2EA-40E6-A539-B089914F52F9}" presName="horz1" presStyleCnt="0"/>
      <dgm:spPr/>
    </dgm:pt>
    <dgm:pt modelId="{22215BDF-C6C2-458E-8D71-A111F87A7DFA}" type="pres">
      <dgm:prSet presAssocID="{2EB2445B-C2EA-40E6-A539-B089914F52F9}" presName="tx1" presStyleLbl="revTx" presStyleIdx="5" presStyleCnt="6"/>
      <dgm:spPr/>
    </dgm:pt>
    <dgm:pt modelId="{98991B61-A8F7-4A29-A260-8FAC1C53CEFB}" type="pres">
      <dgm:prSet presAssocID="{2EB2445B-C2EA-40E6-A539-B089914F52F9}" presName="vert1" presStyleCnt="0"/>
      <dgm:spPr/>
    </dgm:pt>
  </dgm:ptLst>
  <dgm:cxnLst>
    <dgm:cxn modelId="{F1E4271E-60B0-446B-BA70-C434B7FB4524}" srcId="{42875486-7225-4B88-9CDD-61D396AA61DF}" destId="{3444C456-7365-46C9-AF27-9735DE209C67}" srcOrd="0" destOrd="0" parTransId="{803687B9-4AA4-4FE7-ABA4-B96689134C87}" sibTransId="{C44085C5-B6C7-411D-97CD-C313AEC437E9}"/>
    <dgm:cxn modelId="{6F43A91E-3268-4E66-A133-AC0D5F2AF048}" type="presOf" srcId="{2EB2445B-C2EA-40E6-A539-B089914F52F9}" destId="{22215BDF-C6C2-458E-8D71-A111F87A7DFA}" srcOrd="0" destOrd="0" presId="urn:microsoft.com/office/officeart/2008/layout/LinedList"/>
    <dgm:cxn modelId="{4BC0C336-22E6-4BD5-AA53-4CD107BC3A51}" srcId="{42875486-7225-4B88-9CDD-61D396AA61DF}" destId="{16A04962-33F2-40F1-BFA2-869D5C243778}" srcOrd="1" destOrd="0" parTransId="{92C0823E-1A0A-4BAE-BD33-0CA4417F0C66}" sibTransId="{EE42F631-476C-4D73-8D90-791371807B24}"/>
    <dgm:cxn modelId="{A1BD0B5F-E369-465C-B3F0-82C3D2303E6A}" type="presOf" srcId="{441CD7B3-120A-4129-B7DD-82F7680DCBD5}" destId="{4639A79C-AE35-4FCF-8FFD-61C868EB8BB3}" srcOrd="0" destOrd="0" presId="urn:microsoft.com/office/officeart/2008/layout/LinedList"/>
    <dgm:cxn modelId="{85C14977-67C8-4634-8F07-CFCBFD59975D}" srcId="{42875486-7225-4B88-9CDD-61D396AA61DF}" destId="{441CD7B3-120A-4129-B7DD-82F7680DCBD5}" srcOrd="4" destOrd="0" parTransId="{E6D27A93-F83A-44E4-BB77-7B77257B5860}" sibTransId="{8AA28C31-3B1F-49C4-B65B-E7909525EA1C}"/>
    <dgm:cxn modelId="{01A4BA59-D13D-4749-BE2A-0038CED9F315}" type="presOf" srcId="{AD66341C-3556-4CFF-8DFE-F9C1C7677E6F}" destId="{424ED250-B0F1-410F-B772-E4F8CC99351B}" srcOrd="0" destOrd="0" presId="urn:microsoft.com/office/officeart/2008/layout/LinedList"/>
    <dgm:cxn modelId="{7C97508E-1DE5-494C-BCC9-E06939EE9A10}" type="presOf" srcId="{16A04962-33F2-40F1-BFA2-869D5C243778}" destId="{46D33CF5-51C0-446B-A6D2-6C75046FACD6}" srcOrd="0" destOrd="0" presId="urn:microsoft.com/office/officeart/2008/layout/LinedList"/>
    <dgm:cxn modelId="{0096AC8E-0338-43B1-8A75-8D7B8F4CB8AC}" type="presOf" srcId="{0BCB1FEE-085A-4672-B03E-E750B23C73DE}" destId="{DDE0B2C4-6618-44C7-BB92-4981130E078D}" srcOrd="0" destOrd="0" presId="urn:microsoft.com/office/officeart/2008/layout/LinedList"/>
    <dgm:cxn modelId="{ED842597-90DE-4E5F-8843-74C50C0E49B1}" srcId="{42875486-7225-4B88-9CDD-61D396AA61DF}" destId="{AD66341C-3556-4CFF-8DFE-F9C1C7677E6F}" srcOrd="2" destOrd="0" parTransId="{DA3674C0-837F-40FB-B2D2-B962B8119FDD}" sibTransId="{0804E330-F382-4CBD-860F-EE8B3ECA812F}"/>
    <dgm:cxn modelId="{ACE73AAF-E384-4074-B230-65590A3D26E7}" srcId="{42875486-7225-4B88-9CDD-61D396AA61DF}" destId="{0BCB1FEE-085A-4672-B03E-E750B23C73DE}" srcOrd="3" destOrd="0" parTransId="{2F35B7E6-6D56-4296-921E-4903483E9115}" sibTransId="{D5924699-D461-47A5-B31A-826AFBC4769D}"/>
    <dgm:cxn modelId="{7AA2E0DA-D469-42AA-9163-FCCF18599D0A}" srcId="{42875486-7225-4B88-9CDD-61D396AA61DF}" destId="{2EB2445B-C2EA-40E6-A539-B089914F52F9}" srcOrd="5" destOrd="0" parTransId="{7AFDB10A-4A8A-4BD1-B207-4EEE24A2333A}" sibTransId="{DC2F28F3-FFBF-49F4-BDF4-908D5B1E5607}"/>
    <dgm:cxn modelId="{A4CE30E7-F7B6-4D8D-8987-56435113F0ED}" type="presOf" srcId="{42875486-7225-4B88-9CDD-61D396AA61DF}" destId="{518F47B9-B4E8-4615-B702-54E7B586A40E}" srcOrd="0" destOrd="0" presId="urn:microsoft.com/office/officeart/2008/layout/LinedList"/>
    <dgm:cxn modelId="{8191B5FF-E3DD-4C7C-8C5E-B468A793D6EC}" type="presOf" srcId="{3444C456-7365-46C9-AF27-9735DE209C67}" destId="{2DB330D3-A0BA-4BE9-A9FA-90FD3217C24F}" srcOrd="0" destOrd="0" presId="urn:microsoft.com/office/officeart/2008/layout/LinedList"/>
    <dgm:cxn modelId="{C7635A30-6483-4EAE-A3A5-DE4D810A9392}" type="presParOf" srcId="{518F47B9-B4E8-4615-B702-54E7B586A40E}" destId="{0CAB1D42-2D0C-422B-9BC8-68E551E2390D}" srcOrd="0" destOrd="0" presId="urn:microsoft.com/office/officeart/2008/layout/LinedList"/>
    <dgm:cxn modelId="{37252D66-37FE-47F0-8702-52FDCB9362E6}" type="presParOf" srcId="{518F47B9-B4E8-4615-B702-54E7B586A40E}" destId="{15D1ADA6-32F4-4D0E-A386-CB0584C7BFEB}" srcOrd="1" destOrd="0" presId="urn:microsoft.com/office/officeart/2008/layout/LinedList"/>
    <dgm:cxn modelId="{67DED613-FA17-4C87-82AB-28604BCDB44F}" type="presParOf" srcId="{15D1ADA6-32F4-4D0E-A386-CB0584C7BFEB}" destId="{2DB330D3-A0BA-4BE9-A9FA-90FD3217C24F}" srcOrd="0" destOrd="0" presId="urn:microsoft.com/office/officeart/2008/layout/LinedList"/>
    <dgm:cxn modelId="{E279C4D4-ED56-4779-939F-2AD89E2DE399}" type="presParOf" srcId="{15D1ADA6-32F4-4D0E-A386-CB0584C7BFEB}" destId="{2908E612-481B-48C7-820B-5A03CB63D44A}" srcOrd="1" destOrd="0" presId="urn:microsoft.com/office/officeart/2008/layout/LinedList"/>
    <dgm:cxn modelId="{283C62D3-F22C-4D78-9635-E91988D0B7C0}" type="presParOf" srcId="{518F47B9-B4E8-4615-B702-54E7B586A40E}" destId="{21211BA8-8E10-4ED5-BAF9-A6452241CF9F}" srcOrd="2" destOrd="0" presId="urn:microsoft.com/office/officeart/2008/layout/LinedList"/>
    <dgm:cxn modelId="{32342F92-31F1-4791-BAE5-EFF94CF6B629}" type="presParOf" srcId="{518F47B9-B4E8-4615-B702-54E7B586A40E}" destId="{5A4773B6-E558-4C72-881A-15A23E1604AE}" srcOrd="3" destOrd="0" presId="urn:microsoft.com/office/officeart/2008/layout/LinedList"/>
    <dgm:cxn modelId="{CD1D2FEF-2B0E-4452-92A7-7504DC0042BA}" type="presParOf" srcId="{5A4773B6-E558-4C72-881A-15A23E1604AE}" destId="{46D33CF5-51C0-446B-A6D2-6C75046FACD6}" srcOrd="0" destOrd="0" presId="urn:microsoft.com/office/officeart/2008/layout/LinedList"/>
    <dgm:cxn modelId="{F52DC2FB-41F5-468D-8C31-4741B3FF4B9B}" type="presParOf" srcId="{5A4773B6-E558-4C72-881A-15A23E1604AE}" destId="{731CA0D9-504D-45CE-A8D0-0B67537A2A3F}" srcOrd="1" destOrd="0" presId="urn:microsoft.com/office/officeart/2008/layout/LinedList"/>
    <dgm:cxn modelId="{43E43F8D-4BEA-46C7-9D4E-414D4F877BB0}" type="presParOf" srcId="{518F47B9-B4E8-4615-B702-54E7B586A40E}" destId="{85790E1F-18BF-484E-8DBE-B733209C9A1B}" srcOrd="4" destOrd="0" presId="urn:microsoft.com/office/officeart/2008/layout/LinedList"/>
    <dgm:cxn modelId="{2E0C9AB5-F4BB-4795-B0B7-EE4212317105}" type="presParOf" srcId="{518F47B9-B4E8-4615-B702-54E7B586A40E}" destId="{B587EFFA-92FE-41CA-8C0C-954B07EF67C0}" srcOrd="5" destOrd="0" presId="urn:microsoft.com/office/officeart/2008/layout/LinedList"/>
    <dgm:cxn modelId="{826CD979-A427-412C-BE31-6739CC9682E5}" type="presParOf" srcId="{B587EFFA-92FE-41CA-8C0C-954B07EF67C0}" destId="{424ED250-B0F1-410F-B772-E4F8CC99351B}" srcOrd="0" destOrd="0" presId="urn:microsoft.com/office/officeart/2008/layout/LinedList"/>
    <dgm:cxn modelId="{990136F9-9975-446C-AC9C-35F2571E943A}" type="presParOf" srcId="{B587EFFA-92FE-41CA-8C0C-954B07EF67C0}" destId="{DB065F59-9586-4668-8C58-352EC40CE4D3}" srcOrd="1" destOrd="0" presId="urn:microsoft.com/office/officeart/2008/layout/LinedList"/>
    <dgm:cxn modelId="{7271051F-3F19-417F-810F-CB608D65E0E4}" type="presParOf" srcId="{518F47B9-B4E8-4615-B702-54E7B586A40E}" destId="{D62EC347-012A-4ED5-B133-1F5E59B4E5D2}" srcOrd="6" destOrd="0" presId="urn:microsoft.com/office/officeart/2008/layout/LinedList"/>
    <dgm:cxn modelId="{70FB8EDE-E48C-443E-AE54-3E60A4CA7C3A}" type="presParOf" srcId="{518F47B9-B4E8-4615-B702-54E7B586A40E}" destId="{2D939590-A156-4838-A009-B630CE5C0EDD}" srcOrd="7" destOrd="0" presId="urn:microsoft.com/office/officeart/2008/layout/LinedList"/>
    <dgm:cxn modelId="{817F63A6-3D50-49DC-9E20-4F4A4CFA89AD}" type="presParOf" srcId="{2D939590-A156-4838-A009-B630CE5C0EDD}" destId="{DDE0B2C4-6618-44C7-BB92-4981130E078D}" srcOrd="0" destOrd="0" presId="urn:microsoft.com/office/officeart/2008/layout/LinedList"/>
    <dgm:cxn modelId="{E238C6E2-9591-446E-9529-32FEB0508E2B}" type="presParOf" srcId="{2D939590-A156-4838-A009-B630CE5C0EDD}" destId="{116B6F81-406F-4E30-A5B1-945A8F3779AC}" srcOrd="1" destOrd="0" presId="urn:microsoft.com/office/officeart/2008/layout/LinedList"/>
    <dgm:cxn modelId="{F22EE849-E487-470C-9235-8F4333F73DB3}" type="presParOf" srcId="{518F47B9-B4E8-4615-B702-54E7B586A40E}" destId="{B621DFE1-9DDD-4BAB-9AF1-45B0B8ACE7F0}" srcOrd="8" destOrd="0" presId="urn:microsoft.com/office/officeart/2008/layout/LinedList"/>
    <dgm:cxn modelId="{ABCC5C2B-9CF0-448B-BE02-F85897383A0D}" type="presParOf" srcId="{518F47B9-B4E8-4615-B702-54E7B586A40E}" destId="{4C748399-6CF5-4EDA-A87B-D1577E9998AD}" srcOrd="9" destOrd="0" presId="urn:microsoft.com/office/officeart/2008/layout/LinedList"/>
    <dgm:cxn modelId="{24735FA3-5562-45D3-944A-A8D5B2844F40}" type="presParOf" srcId="{4C748399-6CF5-4EDA-A87B-D1577E9998AD}" destId="{4639A79C-AE35-4FCF-8FFD-61C868EB8BB3}" srcOrd="0" destOrd="0" presId="urn:microsoft.com/office/officeart/2008/layout/LinedList"/>
    <dgm:cxn modelId="{0FC4EAEC-7A10-4E88-8D07-7AD55764F87E}" type="presParOf" srcId="{4C748399-6CF5-4EDA-A87B-D1577E9998AD}" destId="{56E428CA-1A18-4206-BC03-221ED8C75756}" srcOrd="1" destOrd="0" presId="urn:microsoft.com/office/officeart/2008/layout/LinedList"/>
    <dgm:cxn modelId="{4E5DF434-F712-45D6-9216-8E2EF259BA76}" type="presParOf" srcId="{518F47B9-B4E8-4615-B702-54E7B586A40E}" destId="{D0D8589C-43BC-41BC-8E54-4DA69D32F589}" srcOrd="10" destOrd="0" presId="urn:microsoft.com/office/officeart/2008/layout/LinedList"/>
    <dgm:cxn modelId="{5DBD34CA-646F-4A22-B3BB-590390B84757}" type="presParOf" srcId="{518F47B9-B4E8-4615-B702-54E7B586A40E}" destId="{5D634152-A76A-47E8-AA7C-1FBD2E8A7A1A}" srcOrd="11" destOrd="0" presId="urn:microsoft.com/office/officeart/2008/layout/LinedList"/>
    <dgm:cxn modelId="{F300531B-E999-45FD-B7DB-B02B61AC1C0E}" type="presParOf" srcId="{5D634152-A76A-47E8-AA7C-1FBD2E8A7A1A}" destId="{22215BDF-C6C2-458E-8D71-A111F87A7DFA}" srcOrd="0" destOrd="0" presId="urn:microsoft.com/office/officeart/2008/layout/LinedList"/>
    <dgm:cxn modelId="{2DEE989E-0FC3-47D6-8577-45BAAB4A0EBC}" type="presParOf" srcId="{5D634152-A76A-47E8-AA7C-1FBD2E8A7A1A}" destId="{98991B61-A8F7-4A29-A260-8FAC1C53CE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C1882-F93A-4D8D-966C-09F108242C68}">
      <dsp:nvSpPr>
        <dsp:cNvPr id="0" name=""/>
        <dsp:cNvSpPr/>
      </dsp:nvSpPr>
      <dsp:spPr>
        <a:xfrm>
          <a:off x="336580" y="579164"/>
          <a:ext cx="1051892" cy="105189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8CF7C-1FF2-4919-93AF-DF09199BE1A3}">
      <dsp:nvSpPr>
        <dsp:cNvPr id="0" name=""/>
        <dsp:cNvSpPr/>
      </dsp:nvSpPr>
      <dsp:spPr>
        <a:xfrm>
          <a:off x="560754" y="803338"/>
          <a:ext cx="603544" cy="603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EAD79-BA5A-497D-8C03-3E27324806EA}">
      <dsp:nvSpPr>
        <dsp:cNvPr id="0" name=""/>
        <dsp:cNvSpPr/>
      </dsp:nvSpPr>
      <dsp:spPr>
        <a:xfrm>
          <a:off x="319" y="1958695"/>
          <a:ext cx="1724414" cy="68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Forming</a:t>
          </a:r>
        </a:p>
      </dsp:txBody>
      <dsp:txXfrm>
        <a:off x="319" y="1958695"/>
        <a:ext cx="1724414" cy="689765"/>
      </dsp:txXfrm>
    </dsp:sp>
    <dsp:sp modelId="{23162A4D-915A-4C1D-8A86-FCED511D1461}">
      <dsp:nvSpPr>
        <dsp:cNvPr id="0" name=""/>
        <dsp:cNvSpPr/>
      </dsp:nvSpPr>
      <dsp:spPr>
        <a:xfrm>
          <a:off x="2362767" y="579164"/>
          <a:ext cx="1051892" cy="105189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22E1D0-069F-4978-952B-D362DC3C832A}">
      <dsp:nvSpPr>
        <dsp:cNvPr id="0" name=""/>
        <dsp:cNvSpPr/>
      </dsp:nvSpPr>
      <dsp:spPr>
        <a:xfrm>
          <a:off x="2586941" y="803338"/>
          <a:ext cx="603544" cy="603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CCD68-BCB0-400E-929A-1CD1630FA8DC}">
      <dsp:nvSpPr>
        <dsp:cNvPr id="0" name=""/>
        <dsp:cNvSpPr/>
      </dsp:nvSpPr>
      <dsp:spPr>
        <a:xfrm>
          <a:off x="2026506" y="1958695"/>
          <a:ext cx="1724414" cy="68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Storming </a:t>
          </a:r>
        </a:p>
      </dsp:txBody>
      <dsp:txXfrm>
        <a:off x="2026506" y="1958695"/>
        <a:ext cx="1724414" cy="689765"/>
      </dsp:txXfrm>
    </dsp:sp>
    <dsp:sp modelId="{48846831-6646-4B5F-9D3D-67F129BABACA}">
      <dsp:nvSpPr>
        <dsp:cNvPr id="0" name=""/>
        <dsp:cNvSpPr/>
      </dsp:nvSpPr>
      <dsp:spPr>
        <a:xfrm>
          <a:off x="4388953" y="579164"/>
          <a:ext cx="1051892" cy="105189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8FF8E-0EC0-40CE-9978-AF71366D5898}">
      <dsp:nvSpPr>
        <dsp:cNvPr id="0" name=""/>
        <dsp:cNvSpPr/>
      </dsp:nvSpPr>
      <dsp:spPr>
        <a:xfrm>
          <a:off x="4613127" y="803338"/>
          <a:ext cx="603544" cy="603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E2A75-BB1C-42C7-BB43-FB6C38B762C8}">
      <dsp:nvSpPr>
        <dsp:cNvPr id="0" name=""/>
        <dsp:cNvSpPr/>
      </dsp:nvSpPr>
      <dsp:spPr>
        <a:xfrm>
          <a:off x="4052692" y="1958695"/>
          <a:ext cx="1724414" cy="68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Norming</a:t>
          </a:r>
        </a:p>
      </dsp:txBody>
      <dsp:txXfrm>
        <a:off x="4052692" y="1958695"/>
        <a:ext cx="1724414" cy="689765"/>
      </dsp:txXfrm>
    </dsp:sp>
    <dsp:sp modelId="{2194AFFB-E1B5-4307-A11C-57C95E643B7B}">
      <dsp:nvSpPr>
        <dsp:cNvPr id="0" name=""/>
        <dsp:cNvSpPr/>
      </dsp:nvSpPr>
      <dsp:spPr>
        <a:xfrm>
          <a:off x="6415140" y="579164"/>
          <a:ext cx="1051892" cy="105189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0AD73A-A82D-4949-8341-281D6447A9B0}">
      <dsp:nvSpPr>
        <dsp:cNvPr id="0" name=""/>
        <dsp:cNvSpPr/>
      </dsp:nvSpPr>
      <dsp:spPr>
        <a:xfrm>
          <a:off x="6639314" y="803338"/>
          <a:ext cx="603544" cy="6035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72F24-8909-490C-AB5E-D6E10C947711}">
      <dsp:nvSpPr>
        <dsp:cNvPr id="0" name=""/>
        <dsp:cNvSpPr/>
      </dsp:nvSpPr>
      <dsp:spPr>
        <a:xfrm>
          <a:off x="6078879" y="1958695"/>
          <a:ext cx="1724414" cy="68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Performing</a:t>
          </a:r>
        </a:p>
      </dsp:txBody>
      <dsp:txXfrm>
        <a:off x="6078879" y="1958695"/>
        <a:ext cx="1724414" cy="689765"/>
      </dsp:txXfrm>
    </dsp:sp>
    <dsp:sp modelId="{C6A92C11-9421-4D39-98EE-037BDFF325B0}">
      <dsp:nvSpPr>
        <dsp:cNvPr id="0" name=""/>
        <dsp:cNvSpPr/>
      </dsp:nvSpPr>
      <dsp:spPr>
        <a:xfrm>
          <a:off x="8441326" y="579164"/>
          <a:ext cx="1051892" cy="105189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1161D-B49B-4269-A4F6-43F62D2C485E}">
      <dsp:nvSpPr>
        <dsp:cNvPr id="0" name=""/>
        <dsp:cNvSpPr/>
      </dsp:nvSpPr>
      <dsp:spPr>
        <a:xfrm>
          <a:off x="8665500" y="803338"/>
          <a:ext cx="603544" cy="6035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751EA-08C1-4DC7-8D39-3C355993AEA3}">
      <dsp:nvSpPr>
        <dsp:cNvPr id="0" name=""/>
        <dsp:cNvSpPr/>
      </dsp:nvSpPr>
      <dsp:spPr>
        <a:xfrm>
          <a:off x="8105066" y="1958695"/>
          <a:ext cx="1724414" cy="689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Adjourning</a:t>
          </a:r>
        </a:p>
      </dsp:txBody>
      <dsp:txXfrm>
        <a:off x="8105066" y="1958695"/>
        <a:ext cx="1724414" cy="6897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CEA8C-E945-41BC-ABB1-F204220AA4F2}">
      <dsp:nvSpPr>
        <dsp:cNvPr id="0" name=""/>
        <dsp:cNvSpPr/>
      </dsp:nvSpPr>
      <dsp:spPr>
        <a:xfrm>
          <a:off x="0" y="2053"/>
          <a:ext cx="5747085" cy="10407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A81E1-DAFD-4880-9C82-05095298FE60}">
      <dsp:nvSpPr>
        <dsp:cNvPr id="0" name=""/>
        <dsp:cNvSpPr/>
      </dsp:nvSpPr>
      <dsp:spPr>
        <a:xfrm>
          <a:off x="314836" y="236229"/>
          <a:ext cx="572429" cy="5724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6741E-CE68-40DB-A664-5890EB049DA9}">
      <dsp:nvSpPr>
        <dsp:cNvPr id="0" name=""/>
        <dsp:cNvSpPr/>
      </dsp:nvSpPr>
      <dsp:spPr>
        <a:xfrm>
          <a:off x="1202102" y="2053"/>
          <a:ext cx="2586188" cy="104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149" tIns="110149" rIns="110149" bIns="11014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</a:t>
          </a:r>
        </a:p>
      </dsp:txBody>
      <dsp:txXfrm>
        <a:off x="1202102" y="2053"/>
        <a:ext cx="2586188" cy="1040781"/>
      </dsp:txXfrm>
    </dsp:sp>
    <dsp:sp modelId="{3EE5C48B-FA35-461D-849F-AE7EF9A8C679}">
      <dsp:nvSpPr>
        <dsp:cNvPr id="0" name=""/>
        <dsp:cNvSpPr/>
      </dsp:nvSpPr>
      <dsp:spPr>
        <a:xfrm>
          <a:off x="3788290" y="2053"/>
          <a:ext cx="1958794" cy="104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149" tIns="110149" rIns="110149" bIns="110149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If it’s urgent and important: do it now</a:t>
          </a:r>
        </a:p>
      </dsp:txBody>
      <dsp:txXfrm>
        <a:off x="3788290" y="2053"/>
        <a:ext cx="1958794" cy="1040781"/>
      </dsp:txXfrm>
    </dsp:sp>
    <dsp:sp modelId="{E8951729-77CE-436D-B985-38B615C9E969}">
      <dsp:nvSpPr>
        <dsp:cNvPr id="0" name=""/>
        <dsp:cNvSpPr/>
      </dsp:nvSpPr>
      <dsp:spPr>
        <a:xfrm>
          <a:off x="0" y="1303030"/>
          <a:ext cx="5747085" cy="10407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1829E-DFFE-4BB8-92FB-A54F83686598}">
      <dsp:nvSpPr>
        <dsp:cNvPr id="0" name=""/>
        <dsp:cNvSpPr/>
      </dsp:nvSpPr>
      <dsp:spPr>
        <a:xfrm>
          <a:off x="314836" y="1537205"/>
          <a:ext cx="572429" cy="5724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6A04C1-2238-49DB-BB73-CA23EF2E0044}">
      <dsp:nvSpPr>
        <dsp:cNvPr id="0" name=""/>
        <dsp:cNvSpPr/>
      </dsp:nvSpPr>
      <dsp:spPr>
        <a:xfrm>
          <a:off x="1202102" y="1303030"/>
          <a:ext cx="2586188" cy="104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149" tIns="110149" rIns="110149" bIns="11014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Delegate</a:t>
          </a:r>
        </a:p>
      </dsp:txBody>
      <dsp:txXfrm>
        <a:off x="1202102" y="1303030"/>
        <a:ext cx="2586188" cy="1040781"/>
      </dsp:txXfrm>
    </dsp:sp>
    <dsp:sp modelId="{27A1BA01-503D-448A-995A-B86FCBBF52B9}">
      <dsp:nvSpPr>
        <dsp:cNvPr id="0" name=""/>
        <dsp:cNvSpPr/>
      </dsp:nvSpPr>
      <dsp:spPr>
        <a:xfrm>
          <a:off x="3788290" y="1303030"/>
          <a:ext cx="1958794" cy="104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149" tIns="110149" rIns="110149" bIns="110149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If it’s urgent and not important: delegate to someone else</a:t>
          </a:r>
        </a:p>
      </dsp:txBody>
      <dsp:txXfrm>
        <a:off x="3788290" y="1303030"/>
        <a:ext cx="1958794" cy="1040781"/>
      </dsp:txXfrm>
    </dsp:sp>
    <dsp:sp modelId="{3EB321AE-0DE2-4F1C-B2D0-B3437CBAD216}">
      <dsp:nvSpPr>
        <dsp:cNvPr id="0" name=""/>
        <dsp:cNvSpPr/>
      </dsp:nvSpPr>
      <dsp:spPr>
        <a:xfrm>
          <a:off x="0" y="2604006"/>
          <a:ext cx="5747085" cy="10407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F761C9-7594-4F23-A946-BBFA330B440E}">
      <dsp:nvSpPr>
        <dsp:cNvPr id="0" name=""/>
        <dsp:cNvSpPr/>
      </dsp:nvSpPr>
      <dsp:spPr>
        <a:xfrm>
          <a:off x="314836" y="2838182"/>
          <a:ext cx="572429" cy="5724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C44A1-03D9-4C5B-8AD6-523216E2EAD6}">
      <dsp:nvSpPr>
        <dsp:cNvPr id="0" name=""/>
        <dsp:cNvSpPr/>
      </dsp:nvSpPr>
      <dsp:spPr>
        <a:xfrm>
          <a:off x="1202102" y="2604006"/>
          <a:ext cx="2586188" cy="104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149" tIns="110149" rIns="110149" bIns="11014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Schedule</a:t>
          </a:r>
        </a:p>
      </dsp:txBody>
      <dsp:txXfrm>
        <a:off x="1202102" y="2604006"/>
        <a:ext cx="2586188" cy="1040781"/>
      </dsp:txXfrm>
    </dsp:sp>
    <dsp:sp modelId="{EC093A73-4008-46F5-8DE8-EC1F2B79DA62}">
      <dsp:nvSpPr>
        <dsp:cNvPr id="0" name=""/>
        <dsp:cNvSpPr/>
      </dsp:nvSpPr>
      <dsp:spPr>
        <a:xfrm>
          <a:off x="3788290" y="2604006"/>
          <a:ext cx="1958794" cy="104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149" tIns="110149" rIns="110149" bIns="110149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If it’s not urgent but it is important: schedule a time to do it later</a:t>
          </a:r>
        </a:p>
      </dsp:txBody>
      <dsp:txXfrm>
        <a:off x="3788290" y="2604006"/>
        <a:ext cx="1958794" cy="1040781"/>
      </dsp:txXfrm>
    </dsp:sp>
    <dsp:sp modelId="{9F29C48A-656A-4B7C-921D-422900D69542}">
      <dsp:nvSpPr>
        <dsp:cNvPr id="0" name=""/>
        <dsp:cNvSpPr/>
      </dsp:nvSpPr>
      <dsp:spPr>
        <a:xfrm>
          <a:off x="0" y="3904983"/>
          <a:ext cx="5747085" cy="10407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89C02-E3A1-4D8B-8FF0-D7D23036131C}">
      <dsp:nvSpPr>
        <dsp:cNvPr id="0" name=""/>
        <dsp:cNvSpPr/>
      </dsp:nvSpPr>
      <dsp:spPr>
        <a:xfrm>
          <a:off x="314836" y="4139158"/>
          <a:ext cx="572429" cy="5724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BD147-34A0-4EF3-8955-AB22B8ED895C}">
      <dsp:nvSpPr>
        <dsp:cNvPr id="0" name=""/>
        <dsp:cNvSpPr/>
      </dsp:nvSpPr>
      <dsp:spPr>
        <a:xfrm>
          <a:off x="1202102" y="3904983"/>
          <a:ext cx="2586188" cy="104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149" tIns="110149" rIns="110149" bIns="11014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Forget about</a:t>
          </a:r>
        </a:p>
      </dsp:txBody>
      <dsp:txXfrm>
        <a:off x="1202102" y="3904983"/>
        <a:ext cx="2586188" cy="1040781"/>
      </dsp:txXfrm>
    </dsp:sp>
    <dsp:sp modelId="{F9460E2B-66BB-4C32-9DB4-6A5369877016}">
      <dsp:nvSpPr>
        <dsp:cNvPr id="0" name=""/>
        <dsp:cNvSpPr/>
      </dsp:nvSpPr>
      <dsp:spPr>
        <a:xfrm>
          <a:off x="3788290" y="3904983"/>
          <a:ext cx="1958794" cy="104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149" tIns="110149" rIns="110149" bIns="110149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If it’s not urgent and not important: forget about it</a:t>
          </a:r>
        </a:p>
      </dsp:txBody>
      <dsp:txXfrm>
        <a:off x="3788290" y="3904983"/>
        <a:ext cx="1958794" cy="1040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B1D42-2D0C-422B-9BC8-68E551E2390D}">
      <dsp:nvSpPr>
        <dsp:cNvPr id="0" name=""/>
        <dsp:cNvSpPr/>
      </dsp:nvSpPr>
      <dsp:spPr>
        <a:xfrm>
          <a:off x="0" y="1637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B330D3-A0BA-4BE9-A9FA-90FD3217C24F}">
      <dsp:nvSpPr>
        <dsp:cNvPr id="0" name=""/>
        <dsp:cNvSpPr/>
      </dsp:nvSpPr>
      <dsp:spPr>
        <a:xfrm>
          <a:off x="0" y="1637"/>
          <a:ext cx="4765949" cy="558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Challenges</a:t>
          </a:r>
        </a:p>
      </dsp:txBody>
      <dsp:txXfrm>
        <a:off x="0" y="1637"/>
        <a:ext cx="4765949" cy="558366"/>
      </dsp:txXfrm>
    </dsp:sp>
    <dsp:sp modelId="{21211BA8-8E10-4ED5-BAF9-A6452241CF9F}">
      <dsp:nvSpPr>
        <dsp:cNvPr id="0" name=""/>
        <dsp:cNvSpPr/>
      </dsp:nvSpPr>
      <dsp:spPr>
        <a:xfrm>
          <a:off x="0" y="560004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-1351709"/>
                <a:satOff val="-3484"/>
                <a:lumOff val="-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351709"/>
                <a:satOff val="-3484"/>
                <a:lumOff val="-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351709"/>
                <a:satOff val="-3484"/>
                <a:lumOff val="-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351709"/>
              <a:satOff val="-3484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D33CF5-51C0-446B-A6D2-6C75046FACD6}">
      <dsp:nvSpPr>
        <dsp:cNvPr id="0" name=""/>
        <dsp:cNvSpPr/>
      </dsp:nvSpPr>
      <dsp:spPr>
        <a:xfrm>
          <a:off x="0" y="560004"/>
          <a:ext cx="4765949" cy="558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	Cultural differences</a:t>
          </a:r>
        </a:p>
      </dsp:txBody>
      <dsp:txXfrm>
        <a:off x="0" y="560004"/>
        <a:ext cx="4765949" cy="558366"/>
      </dsp:txXfrm>
    </dsp:sp>
    <dsp:sp modelId="{85790E1F-18BF-484E-8DBE-B733209C9A1B}">
      <dsp:nvSpPr>
        <dsp:cNvPr id="0" name=""/>
        <dsp:cNvSpPr/>
      </dsp:nvSpPr>
      <dsp:spPr>
        <a:xfrm>
          <a:off x="0" y="1118371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-2703417"/>
                <a:satOff val="-6968"/>
                <a:lumOff val="-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703417"/>
                <a:satOff val="-6968"/>
                <a:lumOff val="-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703417"/>
                <a:satOff val="-6968"/>
                <a:lumOff val="-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703417"/>
              <a:satOff val="-6968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4ED250-B0F1-410F-B772-E4F8CC99351B}">
      <dsp:nvSpPr>
        <dsp:cNvPr id="0" name=""/>
        <dsp:cNvSpPr/>
      </dsp:nvSpPr>
      <dsp:spPr>
        <a:xfrm>
          <a:off x="0" y="1118371"/>
          <a:ext cx="4765949" cy="558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	Delays</a:t>
          </a:r>
        </a:p>
      </dsp:txBody>
      <dsp:txXfrm>
        <a:off x="0" y="1118371"/>
        <a:ext cx="4765949" cy="558366"/>
      </dsp:txXfrm>
    </dsp:sp>
    <dsp:sp modelId="{D62EC347-012A-4ED5-B133-1F5E59B4E5D2}">
      <dsp:nvSpPr>
        <dsp:cNvPr id="0" name=""/>
        <dsp:cNvSpPr/>
      </dsp:nvSpPr>
      <dsp:spPr>
        <a:xfrm>
          <a:off x="0" y="1676738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-4055126"/>
                <a:satOff val="-10451"/>
                <a:lumOff val="-70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5126"/>
                <a:satOff val="-10451"/>
                <a:lumOff val="-70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5126"/>
                <a:satOff val="-10451"/>
                <a:lumOff val="-70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055126"/>
              <a:satOff val="-10451"/>
              <a:lumOff val="-705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E0B2C4-6618-44C7-BB92-4981130E078D}">
      <dsp:nvSpPr>
        <dsp:cNvPr id="0" name=""/>
        <dsp:cNvSpPr/>
      </dsp:nvSpPr>
      <dsp:spPr>
        <a:xfrm>
          <a:off x="0" y="1676738"/>
          <a:ext cx="4765949" cy="558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	Visibility</a:t>
          </a:r>
        </a:p>
      </dsp:txBody>
      <dsp:txXfrm>
        <a:off x="0" y="1676738"/>
        <a:ext cx="4765949" cy="558366"/>
      </dsp:txXfrm>
    </dsp:sp>
    <dsp:sp modelId="{B621DFE1-9DDD-4BAB-9AF1-45B0B8ACE7F0}">
      <dsp:nvSpPr>
        <dsp:cNvPr id="0" name=""/>
        <dsp:cNvSpPr/>
      </dsp:nvSpPr>
      <dsp:spPr>
        <a:xfrm>
          <a:off x="0" y="2235104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-5406834"/>
                <a:satOff val="-13935"/>
                <a:lumOff val="-9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406834"/>
                <a:satOff val="-13935"/>
                <a:lumOff val="-9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406834"/>
                <a:satOff val="-13935"/>
                <a:lumOff val="-9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5406834"/>
              <a:satOff val="-13935"/>
              <a:lumOff val="-941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39A79C-AE35-4FCF-8FFD-61C868EB8BB3}">
      <dsp:nvSpPr>
        <dsp:cNvPr id="0" name=""/>
        <dsp:cNvSpPr/>
      </dsp:nvSpPr>
      <dsp:spPr>
        <a:xfrm>
          <a:off x="0" y="2235104"/>
          <a:ext cx="4765949" cy="558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	Non-aligned goals</a:t>
          </a:r>
        </a:p>
      </dsp:txBody>
      <dsp:txXfrm>
        <a:off x="0" y="2235104"/>
        <a:ext cx="4765949" cy="558366"/>
      </dsp:txXfrm>
    </dsp:sp>
    <dsp:sp modelId="{D0D8589C-43BC-41BC-8E54-4DA69D32F589}">
      <dsp:nvSpPr>
        <dsp:cNvPr id="0" name=""/>
        <dsp:cNvSpPr/>
      </dsp:nvSpPr>
      <dsp:spPr>
        <a:xfrm>
          <a:off x="0" y="2793471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215BDF-C6C2-458E-8D71-A111F87A7DFA}">
      <dsp:nvSpPr>
        <dsp:cNvPr id="0" name=""/>
        <dsp:cNvSpPr/>
      </dsp:nvSpPr>
      <dsp:spPr>
        <a:xfrm>
          <a:off x="0" y="2793471"/>
          <a:ext cx="4765949" cy="558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	One-way communication</a:t>
          </a:r>
        </a:p>
      </dsp:txBody>
      <dsp:txXfrm>
        <a:off x="0" y="2793471"/>
        <a:ext cx="4765949" cy="5583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435CB-B5E1-497A-9E8A-72B0621C23EE}" type="datetimeFigureOut">
              <a:rPr lang="en-AU" smtClean="0"/>
              <a:t>10/03/2026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EC501-66E9-42AE-AD56-6708487E52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906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FAE4-5DB8-4D96-ABF2-5FF84654C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AEB11-AC4A-4DD7-BC7E-61569D0C8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3211B-62AB-432B-A0B1-BB71BD9EE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01B74-297A-4ED5-96F3-4C01DB52FC8D}" type="datetime1">
              <a:rPr lang="en-AU" smtClean="0"/>
              <a:t>10/03/2026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ABE37-C880-48DB-8B54-7A7DFBD9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3B3AF-CFE9-4A3D-A40E-1518EA7C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629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1107-30F6-4DFB-943A-2E8513F4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6C596-4F7B-48FA-BAD8-AA193BA93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7DCB3-2A8A-4176-A36A-AF79BA2E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5E9E8-B717-4AF9-977C-018FFA8B8AB5}" type="datetime1">
              <a:rPr lang="en-AU" smtClean="0"/>
              <a:t>10/03/2026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48A49-B26E-4098-A5CD-02F7C6FD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6D492-238F-4950-8F7C-64BE5C4F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49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1179-8210-431D-9887-8D82F65B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62E2A-9AFD-4B2F-9034-A07808B52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95686-A84F-49B9-BC56-14BF04149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8993-A541-404C-9EE9-11F833D703FB}" type="datetime1">
              <a:rPr lang="en-AU" smtClean="0"/>
              <a:t>10/03/2026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62C6F-608E-4A72-BCBC-EEAF7E7CD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A2CFE-0990-4E53-AC2B-8DF3C012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5256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4E74-06C1-44AF-8ACC-C3E5D3F7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E9126-1653-49D1-9E6F-9E9B7643A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5AC34-C4C4-4739-9A10-8F33E35FD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5D726-CE18-49BD-8517-1D0FD62B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76BB-BAE7-4D83-8F37-DA6A873CC098}" type="datetime1">
              <a:rPr lang="en-AU" smtClean="0"/>
              <a:t>10/03/2026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09A16-E183-4212-8251-68E8299D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8EC62-FF95-4900-9CE1-67E2DD2EB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022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8D1E4-F16B-4453-8DAE-C0BE94A0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B4E0B-456F-41E5-8572-7EDFFEBC2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5D51B-FFB0-4706-A18A-849A525E4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D6873-47A7-40FD-A4B0-63CAD6B2B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7D0EF-1577-4CF1-BB62-0F569C4AF0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5256E8-AAC9-495F-87A0-42EA63EE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7F9D-0C70-4554-95D0-90DDD27F6C05}" type="datetime1">
              <a:rPr lang="en-AU" smtClean="0"/>
              <a:t>10/03/2026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96A05-D1BD-45EE-A461-0FE04347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1BC706-6093-4CC0-9E60-8B5FC507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71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1B4A-BD56-40F9-ACE1-45644B440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15AF8-14A1-49C0-98BB-81637400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35D0-8345-41E1-A637-290694FD5363}" type="datetime1">
              <a:rPr lang="en-AU" smtClean="0"/>
              <a:t>10/03/2026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550CF-FCA3-42A8-9540-794F820B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9D6EA-5C9C-4FD9-848E-F8DD7843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81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39B64-ECD9-4442-A146-A48D8BA9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DFE9-88F7-49CE-98AF-90A775C7D8ED}" type="datetime1">
              <a:rPr lang="en-AU" smtClean="0"/>
              <a:t>10/03/2026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4D179-B68F-4B16-AC5B-0D8963B8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6C5EA-5E9C-4127-A7EC-FD4C719B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65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480C-8D58-40F3-9134-7134FF42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32FAB-40DB-4A47-9AFE-3600AB927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B5AA4-91C6-4B0C-8CA0-81EE5E410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E9F6B-DC28-4DA4-8934-F2CE5671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79034-6918-4BAA-813E-24D66A136CBC}" type="datetime1">
              <a:rPr lang="en-AU" smtClean="0"/>
              <a:t>10/03/2026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6A3AD-97BE-40FA-8E6F-EB9FDCB8B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AC9A0-1702-43F3-A60B-AAC34310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245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5E36-6D26-49DA-B57A-E33283434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6B57C-D5E7-47D1-B920-1E685E6A1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A5E80-DB98-40DC-9595-1D8BD70E7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A4DF1-3564-4271-819D-BAAFCEDE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AE2F-C21D-4FFF-BD5E-3C79D1755417}" type="datetime1">
              <a:rPr lang="en-AU" smtClean="0"/>
              <a:t>10/03/2026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012DD-6C38-40BC-A01D-897D3A45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6A603-EF64-4DB5-BA68-A25E7315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520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0257-B701-4015-B094-83F440AB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F1C70-6A2F-42C0-9DB4-A96FB09C2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1A5C8-4A0F-48E5-99B7-E325DF95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8B46-6BDA-431C-BF4B-286589BDCEA4}" type="datetime1">
              <a:rPr lang="en-AU" smtClean="0"/>
              <a:t>10/03/2026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6BC7E-84BB-4C6F-936E-F7939C294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BF1AD-AD62-4E40-BDDC-F1D0CAE4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6003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A1C8E-96E0-4FF7-AD78-2B50615FA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90C01-C061-4567-86F4-457215527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03818-5E6E-499A-BBBC-F5EC33B1B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707-8093-4971-884C-864AB2D72C21}" type="datetime1">
              <a:rPr lang="en-AU" smtClean="0"/>
              <a:t>10/03/2026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D81D-E418-49E3-BE51-68697131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COS40005 Week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026B2-4202-4CAE-BD53-30087D4C6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863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6085B-248A-46BA-84F0-F5D73EED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3CA8A-3A80-4605-86CD-344882E8B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56108-4B89-43EE-8DAE-A76FEBA94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57382-AB79-4F30-AD86-5973F5755FA0}" type="datetime1">
              <a:rPr lang="en-AU" smtClean="0"/>
              <a:t>10/03/2026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625B1-953E-4C01-9373-0B171EB3E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/>
              <a:t>COS40005 Week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8E780-BC3A-4D2E-B4D2-994D720BE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BDD4E-C18E-4A04-9F8C-81CA4B4AC8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779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DF6D9E-0C83-4623-AC3F-300B33745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COS40005 Computing Technology Project A</a:t>
            </a:r>
            <a:endParaRPr lang="en-AU" sz="52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570BF-D221-4454-9890-0E0449671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en-US" sz="1500">
                <a:solidFill>
                  <a:schemeClr val="tx2"/>
                </a:solidFill>
              </a:rPr>
              <a:t>Week 2</a:t>
            </a:r>
          </a:p>
          <a:p>
            <a:r>
              <a:rPr lang="en-US" sz="1500">
                <a:solidFill>
                  <a:schemeClr val="tx2"/>
                </a:solidFill>
              </a:rPr>
              <a:t>Teamwork and Leadership</a:t>
            </a:r>
            <a:endParaRPr lang="en-AU" sz="150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F84CB-5900-CCA5-568A-36E775F3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07205-8849-5A1B-888F-489956A26F02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50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8D1FB-9892-4649-91D1-FA63D6A9F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549" y="280855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Roadmap</a:t>
            </a:r>
            <a:endParaRPr lang="en-AU" sz="3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EF923C-344B-D2FC-A907-547A91097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721D81B-C49D-99B2-E8FE-A97E185DAF07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761B42-9C01-E81A-FBA1-98D2D5F6D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461" y="1606735"/>
            <a:ext cx="8057459" cy="488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5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5E295-28E4-6B55-A49A-86DE1DDC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5E361F-6538-54A2-566E-A1FFD41C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Challenges?</a:t>
            </a:r>
            <a:endParaRPr lang="en-AU" sz="3600" dirty="0">
              <a:solidFill>
                <a:schemeClr val="tx2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33DFD74-C5F0-C7B2-A9A1-E6CC2A43E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AU" sz="1800" dirty="0">
                <a:solidFill>
                  <a:schemeClr val="tx2"/>
                </a:solidFill>
              </a:rPr>
              <a:t>Submitted worklog</a:t>
            </a:r>
          </a:p>
          <a:p>
            <a:r>
              <a:rPr lang="en-AU" sz="1800" dirty="0">
                <a:solidFill>
                  <a:schemeClr val="tx2"/>
                </a:solidFill>
              </a:rPr>
              <a:t>Have a team</a:t>
            </a:r>
          </a:p>
          <a:p>
            <a:r>
              <a:rPr lang="en-AU" sz="1800" dirty="0">
                <a:solidFill>
                  <a:schemeClr val="tx2"/>
                </a:solidFill>
              </a:rPr>
              <a:t>Have a project</a:t>
            </a:r>
          </a:p>
          <a:p>
            <a:r>
              <a:rPr lang="en-AU" sz="1800" dirty="0">
                <a:solidFill>
                  <a:schemeClr val="tx2"/>
                </a:solidFill>
              </a:rPr>
              <a:t>Have contact details of the client</a:t>
            </a:r>
          </a:p>
          <a:p>
            <a:r>
              <a:rPr lang="en-AU" sz="1800" dirty="0">
                <a:solidFill>
                  <a:schemeClr val="tx2"/>
                </a:solidFill>
              </a:rPr>
              <a:t>In touch with the client</a:t>
            </a:r>
          </a:p>
          <a:p>
            <a:r>
              <a:rPr lang="en-AU" sz="1800" dirty="0">
                <a:solidFill>
                  <a:srgbClr val="FF0000"/>
                </a:solidFill>
              </a:rPr>
              <a:t>Not sure what I am doing?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83B38-23E5-54F7-2C3F-A2541272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4E5B3-6265-B727-51AD-E8EC8D42E8D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9256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5E295-28E4-6B55-A49A-86DE1DDC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E361F-6538-54A2-566E-A1FFD41C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Worklogs</a:t>
            </a:r>
            <a:endParaRPr lang="en-AU" sz="3600" dirty="0">
              <a:solidFill>
                <a:schemeClr val="tx2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33DFD74-C5F0-C7B2-A9A1-E6CC2A43E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AU" sz="1800" dirty="0">
                <a:solidFill>
                  <a:schemeClr val="tx2"/>
                </a:solidFill>
              </a:rPr>
              <a:t>Good worklog</a:t>
            </a:r>
          </a:p>
          <a:p>
            <a:r>
              <a:rPr lang="en-AU" sz="1800" dirty="0">
                <a:solidFill>
                  <a:schemeClr val="tx2"/>
                </a:solidFill>
              </a:rPr>
              <a:t>Somewhat helpful</a:t>
            </a:r>
          </a:p>
          <a:p>
            <a:r>
              <a:rPr lang="en-AU" sz="1800">
                <a:solidFill>
                  <a:schemeClr val="tx2"/>
                </a:solidFill>
              </a:rPr>
              <a:t>Not helpful?</a:t>
            </a:r>
          </a:p>
        </p:txBody>
      </p:sp>
      <p:grpSp>
        <p:nvGrpSpPr>
          <p:cNvPr id="21" name="Group 2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F74E5B3-6265-B727-51AD-E8EC8D42E8D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679584" y="0"/>
            <a:ext cx="534198" cy="1245704"/>
          </a:xfrm>
          <a:prstGeom prst="rect">
            <a:avLst/>
          </a:prstGeom>
          <a:noFill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83B38-23E5-54F7-2C3F-A2541272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</p:spTree>
    <p:extLst>
      <p:ext uri="{BB962C8B-B14F-4D97-AF65-F5344CB8AC3E}">
        <p14:creationId xmlns:p14="http://schemas.microsoft.com/office/powerpoint/2010/main" val="766542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5E295-28E4-6B55-A49A-86DE1DDC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E361F-6538-54A2-566E-A1FFD41C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Team plan</a:t>
            </a:r>
            <a:endParaRPr lang="en-AU" sz="3600" dirty="0">
              <a:solidFill>
                <a:schemeClr val="tx2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33DFD74-C5F0-C7B2-A9A1-E6CC2A43E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AU" sz="1800" dirty="0">
                <a:solidFill>
                  <a:schemeClr val="tx2"/>
                </a:solidFill>
              </a:rPr>
              <a:t>Team Roles</a:t>
            </a:r>
          </a:p>
          <a:p>
            <a:r>
              <a:rPr lang="en-AU" sz="1800" dirty="0">
                <a:solidFill>
                  <a:schemeClr val="tx2"/>
                </a:solidFill>
              </a:rPr>
              <a:t>Team roadmap</a:t>
            </a:r>
          </a:p>
          <a:p>
            <a:r>
              <a:rPr lang="en-AU" sz="1800" dirty="0">
                <a:solidFill>
                  <a:schemeClr val="tx2"/>
                </a:solidFill>
              </a:rPr>
              <a:t>Documents</a:t>
            </a:r>
          </a:p>
          <a:p>
            <a:r>
              <a:rPr lang="en-AU" sz="1800" dirty="0">
                <a:solidFill>
                  <a:schemeClr val="tx2"/>
                </a:solidFill>
              </a:rPr>
              <a:t>Communication</a:t>
            </a:r>
          </a:p>
          <a:p>
            <a:r>
              <a:rPr lang="en-AU" sz="1800" dirty="0">
                <a:solidFill>
                  <a:schemeClr val="tx2"/>
                </a:solidFill>
              </a:rPr>
              <a:t>Risks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F74E5B3-6265-B727-51AD-E8EC8D42E8D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352695" y="1"/>
            <a:ext cx="838999" cy="1872974"/>
          </a:xfrm>
          <a:prstGeom prst="rect">
            <a:avLst/>
          </a:prstGeom>
          <a:noFill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83B38-23E5-54F7-2C3F-A2541272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</p:spTree>
    <p:extLst>
      <p:ext uri="{BB962C8B-B14F-4D97-AF65-F5344CB8AC3E}">
        <p14:creationId xmlns:p14="http://schemas.microsoft.com/office/powerpoint/2010/main" val="105475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FD4A2AD-E2FD-4CAD-8DEF-75993D7E4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E65E5-31AD-4B0E-8D4C-6526CAAE2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B65B678-A993-4BFF-AE12-E1A2FC66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21" y="0"/>
            <a:ext cx="5646974" cy="6483075"/>
            <a:chOff x="-19221" y="0"/>
            <a:chExt cx="5646974" cy="6483075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65A95B7-D327-4B86-92B5-EC4B891D5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1E75360-B005-450D-92A5-52D302149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0436CEA-83DB-4E89-8B52-8D9168AD5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00AFA37-9373-4E36-8BDE-B16B2486C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2C5E08-B863-4704-9AE5-6B9635E4E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121701"/>
            <a:ext cx="3658053" cy="21601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a Team?</a:t>
            </a:r>
          </a:p>
        </p:txBody>
      </p:sp>
      <p:pic>
        <p:nvPicPr>
          <p:cNvPr id="34" name="Graphic 33" descr="Group of People">
            <a:extLst>
              <a:ext uri="{FF2B5EF4-FFF2-40B4-BE49-F238E27FC236}">
                <a16:creationId xmlns:a16="http://schemas.microsoft.com/office/drawing/2014/main" id="{9970F434-AB65-A1BA-3F56-AC48AB38F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0721" y="908504"/>
            <a:ext cx="5031847" cy="503184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14BAE-E02C-A789-2DC9-6083B61F5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COS40005 Week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447CD-A134-FEEB-F217-873CF44BF3A4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248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27739-04B6-4CA8-B026-EF98D50D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 team</a:t>
            </a:r>
            <a:endParaRPr lang="en-AU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03C3E-4122-405E-A83B-94E1D7101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small number of people</a:t>
            </a:r>
          </a:p>
          <a:p>
            <a:r>
              <a:rPr lang="en-US" sz="1800" dirty="0">
                <a:solidFill>
                  <a:schemeClr val="tx2"/>
                </a:solidFill>
              </a:rPr>
              <a:t>having complementary skills</a:t>
            </a:r>
          </a:p>
          <a:p>
            <a:r>
              <a:rPr lang="en-US" sz="1800" dirty="0">
                <a:solidFill>
                  <a:schemeClr val="tx2"/>
                </a:solidFill>
              </a:rPr>
              <a:t>are committed to a common purpose/goal</a:t>
            </a:r>
          </a:p>
          <a:p>
            <a:r>
              <a:rPr lang="en-US" sz="1800" dirty="0">
                <a:solidFill>
                  <a:schemeClr val="tx2"/>
                </a:solidFill>
              </a:rPr>
              <a:t>are accountable</a:t>
            </a:r>
          </a:p>
          <a:p>
            <a:r>
              <a:rPr lang="en-US" sz="1800" dirty="0">
                <a:solidFill>
                  <a:schemeClr val="tx2"/>
                </a:solidFill>
              </a:rPr>
              <a:t>Working together or collaboration</a:t>
            </a:r>
          </a:p>
          <a:p>
            <a:endParaRPr lang="en-AU" sz="1800" dirty="0">
              <a:solidFill>
                <a:schemeClr val="tx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Red toy person in front of two lines of white figures">
            <a:extLst>
              <a:ext uri="{FF2B5EF4-FFF2-40B4-BE49-F238E27FC236}">
                <a16:creationId xmlns:a16="http://schemas.microsoft.com/office/drawing/2014/main" id="{2A9F5F14-06A2-7395-8466-B54623E66B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18" r="22112"/>
          <a:stretch/>
        </p:blipFill>
        <p:spPr>
          <a:xfrm>
            <a:off x="8051832" y="1700784"/>
            <a:ext cx="3455351" cy="437997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5F4C6-D3C8-45FE-0982-353648A7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E21AD-1A49-89D3-2842-B6CE601B93B7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541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B8C64-2C87-4A75-B5F6-ABA8DCBBF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Developing a team</a:t>
            </a:r>
            <a:endParaRPr lang="en-AU" sz="3600">
              <a:solidFill>
                <a:schemeClr val="tx2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1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400FA-4677-B250-27E4-4F2608B6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1036296-780A-B729-85A7-20BDA89EBA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170881"/>
              </p:ext>
            </p:extLst>
          </p:nvPr>
        </p:nvGraphicFramePr>
        <p:xfrm>
          <a:off x="804672" y="2827419"/>
          <a:ext cx="9829800" cy="322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9B94194-4AEF-140F-F74D-7C9BCA67BB34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9794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46FEA5-F465-4B82-AA94-444E849A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121701"/>
            <a:ext cx="3658053" cy="1786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do you manage your tasks?</a:t>
            </a:r>
          </a:p>
        </p:txBody>
      </p:sp>
      <p:pic>
        <p:nvPicPr>
          <p:cNvPr id="5" name="Content Placeholder 4" descr="Checklist RTL">
            <a:extLst>
              <a:ext uri="{FF2B5EF4-FFF2-40B4-BE49-F238E27FC236}">
                <a16:creationId xmlns:a16="http://schemas.microsoft.com/office/drawing/2014/main" id="{99720DF8-75BE-4B5A-8FFB-43FBFBBED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9341" y="910518"/>
            <a:ext cx="5029200" cy="5029200"/>
          </a:xfrm>
          <a:prstGeom prst="rect">
            <a:avLst/>
          </a:prstGeom>
          <a:ln w="9525">
            <a:noFill/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9B57E-1F30-2D9C-5B19-34FD52953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COS40005 Week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2DA6A-E7C4-0172-02ED-71ADF5C7DC0A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4816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39C83B4-CCB6-412E-B7FF-BA0CF31B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BA989C-D286-48D4-B3F1-84F3CBF09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D6B9CC-13C3-4356-B897-0AD67E27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541007"/>
            <a:ext cx="3401568" cy="3775985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Managing tasks</a:t>
            </a:r>
            <a:endParaRPr lang="en-AU" sz="40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925B56-689F-4DFB-8FD0-9BB9D8DE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179493" cy="2385844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233DCD-C902-4E2F-ABB5-F2498FBB5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25B7C80-EAF5-443A-8461-946150B5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CD3602-8169-45DE-B122-457CF0F10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73D416A-6D94-4560-9975-67C1FD20E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C520F-F1C6-6C29-A7D2-93D7D162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7EE5FDC-1EEC-4871-BD9E-EF321D5F8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53321" y="4487852"/>
            <a:ext cx="2747353" cy="2375262"/>
            <a:chOff x="-305" y="-4155"/>
            <a:chExt cx="2514948" cy="2174333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DE1D26D-7254-43D9-9405-A77E66782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58F69F4-6E29-4950-A92E-ADD768EC8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A0AEE0D-D2B5-4616-8383-D61A58F0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EA69949-F890-4A2C-84CB-7F0EAF6BD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C12CDFE-78CB-331B-3468-169722D5D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884745"/>
              </p:ext>
            </p:extLst>
          </p:nvPr>
        </p:nvGraphicFramePr>
        <p:xfrm>
          <a:off x="5641614" y="955653"/>
          <a:ext cx="5747085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CE5831D-003B-21C3-2595-29F7234D7F4F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6197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90334-BFB9-4BBE-889A-FB21F1B5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Communication</a:t>
            </a:r>
            <a:endParaRPr lang="en-AU" sz="360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D149A-CE06-D7B9-5C25-DEF46752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EC8498C-C372-E72D-AEF9-A1BF9A6541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9484072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41459A-C4A3-0BE3-76D0-669BCA6525D0}"/>
              </a:ext>
            </a:extLst>
          </p:cNvPr>
          <p:cNvSpPr txBox="1"/>
          <p:nvPr/>
        </p:nvSpPr>
        <p:spPr>
          <a:xfrm>
            <a:off x="5617657" y="1529980"/>
            <a:ext cx="63480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Measure</a:t>
            </a:r>
          </a:p>
          <a:p>
            <a:r>
              <a:rPr lang="en-AU" dirty="0"/>
              <a:t>	- Introduction acknowledging the differences</a:t>
            </a:r>
          </a:p>
          <a:p>
            <a:r>
              <a:rPr lang="en-AU" dirty="0"/>
              <a:t>	- simplify speech, respectful</a:t>
            </a:r>
          </a:p>
          <a:p>
            <a:r>
              <a:rPr lang="en-AU" dirty="0"/>
              <a:t>	- Know each other</a:t>
            </a:r>
          </a:p>
          <a:p>
            <a:endParaRPr lang="en-AU" dirty="0"/>
          </a:p>
          <a:p>
            <a:r>
              <a:rPr lang="en-AU" dirty="0"/>
              <a:t>	- Delegate if possible</a:t>
            </a:r>
          </a:p>
          <a:p>
            <a:r>
              <a:rPr lang="en-AU" dirty="0"/>
              <a:t>	- talking to person</a:t>
            </a:r>
          </a:p>
          <a:p>
            <a:r>
              <a:rPr lang="en-AU" dirty="0"/>
              <a:t>	- escalate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- Having processes in place to ensure visibility</a:t>
            </a:r>
          </a:p>
          <a:p>
            <a:r>
              <a:rPr lang="en-AU" dirty="0"/>
              <a:t>	- regular communication</a:t>
            </a:r>
          </a:p>
          <a:p>
            <a:r>
              <a:rPr lang="en-AU" dirty="0"/>
              <a:t>	- progress check</a:t>
            </a:r>
          </a:p>
          <a:p>
            <a:endParaRPr lang="en-AU" dirty="0"/>
          </a:p>
          <a:p>
            <a:r>
              <a:rPr lang="en-AU"/>
              <a:t>	- </a:t>
            </a:r>
            <a:r>
              <a:rPr lang="en-AU" dirty="0"/>
              <a:t>Pair programming</a:t>
            </a:r>
          </a:p>
          <a:p>
            <a:r>
              <a:rPr lang="en-AU" dirty="0"/>
              <a:t>	- Progress tracking</a:t>
            </a:r>
          </a:p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2155D8-2BB6-7D8F-DA6F-F1B32633D16F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816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90334-BFB9-4BBE-889A-FB21F1B5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Conflict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97629A-B6DA-660B-0203-FFF00BDF1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1800" dirty="0">
                <a:solidFill>
                  <a:schemeClr val="tx2"/>
                </a:solidFill>
              </a:rPr>
              <a:t>Challenges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Cannot avoid</a:t>
            </a:r>
          </a:p>
          <a:p>
            <a:r>
              <a:rPr lang="en-US" sz="1800" dirty="0">
                <a:solidFill>
                  <a:schemeClr val="tx2"/>
                </a:solidFill>
              </a:rPr>
              <a:t>Measures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In person meeting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Open communication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Find middle-ground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Adaptive mindset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Working out a solution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Discuss pros and cons of both views</a:t>
            </a:r>
          </a:p>
          <a:p>
            <a:pPr lvl="1"/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Checkmate move on chessboard">
            <a:extLst>
              <a:ext uri="{FF2B5EF4-FFF2-40B4-BE49-F238E27FC236}">
                <a16:creationId xmlns:a16="http://schemas.microsoft.com/office/drawing/2014/main" id="{89079FEE-A3D6-3188-A6C8-CD77A76FC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18" r="31205"/>
          <a:stretch/>
        </p:blipFill>
        <p:spPr>
          <a:xfrm>
            <a:off x="7830682" y="1700784"/>
            <a:ext cx="3897652" cy="437997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31290-8F6C-28A3-7645-0AADBFB7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latin typeface="Calibri" panose="020F0502020204030204"/>
                <a:ea typeface="+mn-ea"/>
                <a:cs typeface="+mn-cs"/>
              </a:rPr>
              <a:t>COS40005 Week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1D0299-7ED5-6E0F-D396-4AD18F0FD44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0221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90334-BFB9-4BBE-889A-FB21F1B5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Leadership</a:t>
            </a:r>
            <a:endParaRPr lang="en-AU" sz="3600">
              <a:solidFill>
                <a:schemeClr val="tx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C1FB8-5AF7-4490-80BB-C588C7164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Directive Autocrat</a:t>
            </a:r>
          </a:p>
          <a:p>
            <a:r>
              <a:rPr lang="en-US" sz="1800">
                <a:solidFill>
                  <a:schemeClr val="tx2"/>
                </a:solidFill>
              </a:rPr>
              <a:t>Permissive Autocrat </a:t>
            </a:r>
          </a:p>
          <a:p>
            <a:r>
              <a:rPr lang="en-US" sz="1800">
                <a:solidFill>
                  <a:schemeClr val="tx2"/>
                </a:solidFill>
              </a:rPr>
              <a:t>Directive Democrat</a:t>
            </a:r>
          </a:p>
          <a:p>
            <a:r>
              <a:rPr lang="en-US" sz="1800">
                <a:solidFill>
                  <a:schemeClr val="tx2"/>
                </a:solidFill>
              </a:rPr>
              <a:t>Permissive Democrat</a:t>
            </a:r>
          </a:p>
          <a:p>
            <a:endParaRPr lang="en-AU" sz="1800">
              <a:solidFill>
                <a:schemeClr val="tx2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 descr="Person holding chess piece">
            <a:extLst>
              <a:ext uri="{FF2B5EF4-FFF2-40B4-BE49-F238E27FC236}">
                <a16:creationId xmlns:a16="http://schemas.microsoft.com/office/drawing/2014/main" id="{00CA2596-8CDD-513A-F18D-72CD672D0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72"/>
          <a:stretch/>
        </p:blipFill>
        <p:spPr>
          <a:xfrm>
            <a:off x="7708392" y="2421870"/>
            <a:ext cx="4142232" cy="293780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CF46AB-DD76-B1C3-AEEA-5809BDDD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/>
              <a:t>COS40005 Week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D3DD3-8F3B-2234-09ED-D86703DDF733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403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2A18E-DBCC-4753-8020-1CAE55426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AE8D-E436-4EA8-9ED1-A80884858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121" y="4171528"/>
            <a:ext cx="9163757" cy="4504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Any questions?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09700306-186D-DCDA-2384-9AED4D0E7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/>
        </p:blipFill>
        <p:spPr>
          <a:xfrm>
            <a:off x="3543881" y="320231"/>
            <a:ext cx="5042785" cy="283656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9E85F-D114-86F2-D178-7636C93D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COS40005 Week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A4660-44E8-1218-2949-E3DE02E17F0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" r="1722"/>
          <a:stretch/>
        </p:blipFill>
        <p:spPr bwMode="auto">
          <a:xfrm>
            <a:off x="11500701" y="-1"/>
            <a:ext cx="691299" cy="1423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495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1340588-a344-42f9-b355-c2f852587c6c}" enabled="1" method="Privileged" siteId="{df7f7579-3e9c-4a7e-b844-420280f5385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304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Office Theme</vt:lpstr>
      <vt:lpstr>COS40005 Computing Technology Project A</vt:lpstr>
      <vt:lpstr>Roadmap</vt:lpstr>
      <vt:lpstr>Challenges?</vt:lpstr>
      <vt:lpstr>Worklogs</vt:lpstr>
      <vt:lpstr>Team plan</vt:lpstr>
      <vt:lpstr>What is a Team?</vt:lpstr>
      <vt:lpstr>A team</vt:lpstr>
      <vt:lpstr>Developing a team</vt:lpstr>
      <vt:lpstr>How do you manage your tasks?</vt:lpstr>
      <vt:lpstr>Managing tasks</vt:lpstr>
      <vt:lpstr>Communication</vt:lpstr>
      <vt:lpstr>Conflict</vt:lpstr>
      <vt:lpstr>Leadership</vt:lpstr>
      <vt:lpstr>QnA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Project A</dc:title>
  <dc:creator>Tanjila Kanij</dc:creator>
  <cp:lastModifiedBy>Tanjila Kanij</cp:lastModifiedBy>
  <cp:revision>6</cp:revision>
  <dcterms:created xsi:type="dcterms:W3CDTF">2024-02-23T01:51:10Z</dcterms:created>
  <dcterms:modified xsi:type="dcterms:W3CDTF">2026-03-09T23:22:07Z</dcterms:modified>
</cp:coreProperties>
</file>